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34" r:id="rId3"/>
    <p:sldId id="335" r:id="rId4"/>
    <p:sldId id="336" r:id="rId5"/>
    <p:sldId id="337" r:id="rId6"/>
    <p:sldId id="33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C7CDA9A-B3DF-574D-806B-02AFD78A13BB}">
          <p14:sldIdLst>
            <p14:sldId id="256"/>
            <p14:sldId id="334"/>
            <p14:sldId id="335"/>
            <p14:sldId id="336"/>
            <p14:sldId id="337"/>
            <p14:sldId id="338"/>
          </p14:sldIdLst>
        </p14:section>
        <p14:section name="Untitled Section" id="{4F3E8A86-7600-0243-B820-1FAE8595FA4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7"/>
    <p:restoredTop sz="87922" autoAdjust="0"/>
  </p:normalViewPr>
  <p:slideViewPr>
    <p:cSldViewPr snapToGrid="0" snapToObjects="1">
      <p:cViewPr varScale="1">
        <p:scale>
          <a:sx n="74" d="100"/>
          <a:sy n="74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3680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Hong" userId="fae4f9bd-26d5-4760-9ac2-6f75f350beba" providerId="ADAL" clId="{CE77024F-06D1-AE41-9A45-D48012A69771}"/>
    <pc:docChg chg="custSel delSld modSld modSection">
      <pc:chgData name="Jun Hong" userId="fae4f9bd-26d5-4760-9ac2-6f75f350beba" providerId="ADAL" clId="{CE77024F-06D1-AE41-9A45-D48012A69771}" dt="2020-09-22T09:51:14.878" v="1137" actId="27636"/>
      <pc:docMkLst>
        <pc:docMk/>
      </pc:docMkLst>
      <pc:sldChg chg="del">
        <pc:chgData name="Jun Hong" userId="fae4f9bd-26d5-4760-9ac2-6f75f350beba" providerId="ADAL" clId="{CE77024F-06D1-AE41-9A45-D48012A69771}" dt="2020-09-21T12:27:49.055" v="1" actId="2696"/>
        <pc:sldMkLst>
          <pc:docMk/>
          <pc:sldMk cId="3521649387" sldId="257"/>
        </pc:sldMkLst>
      </pc:sldChg>
      <pc:sldChg chg="del">
        <pc:chgData name="Jun Hong" userId="fae4f9bd-26d5-4760-9ac2-6f75f350beba" providerId="ADAL" clId="{CE77024F-06D1-AE41-9A45-D48012A69771}" dt="2020-09-21T12:27:49.070" v="2" actId="2696"/>
        <pc:sldMkLst>
          <pc:docMk/>
          <pc:sldMk cId="2796697659" sldId="258"/>
        </pc:sldMkLst>
      </pc:sldChg>
      <pc:sldChg chg="del">
        <pc:chgData name="Jun Hong" userId="fae4f9bd-26d5-4760-9ac2-6f75f350beba" providerId="ADAL" clId="{CE77024F-06D1-AE41-9A45-D48012A69771}" dt="2020-09-21T12:27:49.249" v="13" actId="2696"/>
        <pc:sldMkLst>
          <pc:docMk/>
          <pc:sldMk cId="1929066600" sldId="259"/>
        </pc:sldMkLst>
      </pc:sldChg>
      <pc:sldChg chg="del">
        <pc:chgData name="Jun Hong" userId="fae4f9bd-26d5-4760-9ac2-6f75f350beba" providerId="ADAL" clId="{CE77024F-06D1-AE41-9A45-D48012A69771}" dt="2020-09-21T12:27:49.122" v="5" actId="2696"/>
        <pc:sldMkLst>
          <pc:docMk/>
          <pc:sldMk cId="3571822915" sldId="260"/>
        </pc:sldMkLst>
      </pc:sldChg>
      <pc:sldChg chg="del">
        <pc:chgData name="Jun Hong" userId="fae4f9bd-26d5-4760-9ac2-6f75f350beba" providerId="ADAL" clId="{CE77024F-06D1-AE41-9A45-D48012A69771}" dt="2020-09-21T12:27:49.174" v="8" actId="2696"/>
        <pc:sldMkLst>
          <pc:docMk/>
          <pc:sldMk cId="3184667604" sldId="267"/>
        </pc:sldMkLst>
      </pc:sldChg>
      <pc:sldChg chg="del">
        <pc:chgData name="Jun Hong" userId="fae4f9bd-26d5-4760-9ac2-6f75f350beba" providerId="ADAL" clId="{CE77024F-06D1-AE41-9A45-D48012A69771}" dt="2020-09-21T12:27:49.662" v="29" actId="2696"/>
        <pc:sldMkLst>
          <pc:docMk/>
          <pc:sldMk cId="697055694" sldId="268"/>
        </pc:sldMkLst>
      </pc:sldChg>
      <pc:sldChg chg="del">
        <pc:chgData name="Jun Hong" userId="fae4f9bd-26d5-4760-9ac2-6f75f350beba" providerId="ADAL" clId="{CE77024F-06D1-AE41-9A45-D48012A69771}" dt="2020-09-21T12:27:49.802" v="36" actId="2696"/>
        <pc:sldMkLst>
          <pc:docMk/>
          <pc:sldMk cId="3798932464" sldId="269"/>
        </pc:sldMkLst>
      </pc:sldChg>
      <pc:sldChg chg="del">
        <pc:chgData name="Jun Hong" userId="fae4f9bd-26d5-4760-9ac2-6f75f350beba" providerId="ADAL" clId="{CE77024F-06D1-AE41-9A45-D48012A69771}" dt="2020-09-21T12:27:49.194" v="9" actId="2696"/>
        <pc:sldMkLst>
          <pc:docMk/>
          <pc:sldMk cId="809213728" sldId="270"/>
        </pc:sldMkLst>
      </pc:sldChg>
      <pc:sldChg chg="del">
        <pc:chgData name="Jun Hong" userId="fae4f9bd-26d5-4760-9ac2-6f75f350beba" providerId="ADAL" clId="{CE77024F-06D1-AE41-9A45-D48012A69771}" dt="2020-09-21T12:27:49.208" v="10" actId="2696"/>
        <pc:sldMkLst>
          <pc:docMk/>
          <pc:sldMk cId="4123236542" sldId="271"/>
        </pc:sldMkLst>
      </pc:sldChg>
      <pc:sldChg chg="del">
        <pc:chgData name="Jun Hong" userId="fae4f9bd-26d5-4760-9ac2-6f75f350beba" providerId="ADAL" clId="{CE77024F-06D1-AE41-9A45-D48012A69771}" dt="2020-09-21T12:27:49.221" v="11" actId="2696"/>
        <pc:sldMkLst>
          <pc:docMk/>
          <pc:sldMk cId="2795563151" sldId="272"/>
        </pc:sldMkLst>
      </pc:sldChg>
      <pc:sldChg chg="del">
        <pc:chgData name="Jun Hong" userId="fae4f9bd-26d5-4760-9ac2-6f75f350beba" providerId="ADAL" clId="{CE77024F-06D1-AE41-9A45-D48012A69771}" dt="2020-09-21T12:27:49.240" v="12" actId="2696"/>
        <pc:sldMkLst>
          <pc:docMk/>
          <pc:sldMk cId="4284165050" sldId="273"/>
        </pc:sldMkLst>
      </pc:sldChg>
      <pc:sldChg chg="del">
        <pc:chgData name="Jun Hong" userId="fae4f9bd-26d5-4760-9ac2-6f75f350beba" providerId="ADAL" clId="{CE77024F-06D1-AE41-9A45-D48012A69771}" dt="2020-09-21T12:27:49.270" v="14" actId="2696"/>
        <pc:sldMkLst>
          <pc:docMk/>
          <pc:sldMk cId="4218263050" sldId="274"/>
        </pc:sldMkLst>
      </pc:sldChg>
      <pc:sldChg chg="del">
        <pc:chgData name="Jun Hong" userId="fae4f9bd-26d5-4760-9ac2-6f75f350beba" providerId="ADAL" clId="{CE77024F-06D1-AE41-9A45-D48012A69771}" dt="2020-09-21T12:27:49.291" v="15" actId="2696"/>
        <pc:sldMkLst>
          <pc:docMk/>
          <pc:sldMk cId="2030529250" sldId="276"/>
        </pc:sldMkLst>
      </pc:sldChg>
      <pc:sldChg chg="del">
        <pc:chgData name="Jun Hong" userId="fae4f9bd-26d5-4760-9ac2-6f75f350beba" providerId="ADAL" clId="{CE77024F-06D1-AE41-9A45-D48012A69771}" dt="2020-09-21T12:27:49.336" v="17" actId="2696"/>
        <pc:sldMkLst>
          <pc:docMk/>
          <pc:sldMk cId="796892833" sldId="278"/>
        </pc:sldMkLst>
      </pc:sldChg>
      <pc:sldChg chg="del">
        <pc:chgData name="Jun Hong" userId="fae4f9bd-26d5-4760-9ac2-6f75f350beba" providerId="ADAL" clId="{CE77024F-06D1-AE41-9A45-D48012A69771}" dt="2020-09-21T12:27:49.359" v="18" actId="2696"/>
        <pc:sldMkLst>
          <pc:docMk/>
          <pc:sldMk cId="412906023" sldId="279"/>
        </pc:sldMkLst>
      </pc:sldChg>
      <pc:sldChg chg="del">
        <pc:chgData name="Jun Hong" userId="fae4f9bd-26d5-4760-9ac2-6f75f350beba" providerId="ADAL" clId="{CE77024F-06D1-AE41-9A45-D48012A69771}" dt="2020-09-21T12:27:49.387" v="19" actId="2696"/>
        <pc:sldMkLst>
          <pc:docMk/>
          <pc:sldMk cId="3169031383" sldId="281"/>
        </pc:sldMkLst>
      </pc:sldChg>
      <pc:sldChg chg="del">
        <pc:chgData name="Jun Hong" userId="fae4f9bd-26d5-4760-9ac2-6f75f350beba" providerId="ADAL" clId="{CE77024F-06D1-AE41-9A45-D48012A69771}" dt="2020-09-21T12:27:49.415" v="20" actId="2696"/>
        <pc:sldMkLst>
          <pc:docMk/>
          <pc:sldMk cId="3970748357" sldId="282"/>
        </pc:sldMkLst>
      </pc:sldChg>
      <pc:sldChg chg="del">
        <pc:chgData name="Jun Hong" userId="fae4f9bd-26d5-4760-9ac2-6f75f350beba" providerId="ADAL" clId="{CE77024F-06D1-AE41-9A45-D48012A69771}" dt="2020-09-21T12:27:49.456" v="22" actId="2696"/>
        <pc:sldMkLst>
          <pc:docMk/>
          <pc:sldMk cId="510781949" sldId="284"/>
        </pc:sldMkLst>
      </pc:sldChg>
      <pc:sldChg chg="del">
        <pc:chgData name="Jun Hong" userId="fae4f9bd-26d5-4760-9ac2-6f75f350beba" providerId="ADAL" clId="{CE77024F-06D1-AE41-9A45-D48012A69771}" dt="2020-09-21T12:27:49.506" v="24" actId="2696"/>
        <pc:sldMkLst>
          <pc:docMk/>
          <pc:sldMk cId="3805414975" sldId="285"/>
        </pc:sldMkLst>
      </pc:sldChg>
      <pc:sldChg chg="del">
        <pc:chgData name="Jun Hong" userId="fae4f9bd-26d5-4760-9ac2-6f75f350beba" providerId="ADAL" clId="{CE77024F-06D1-AE41-9A45-D48012A69771}" dt="2020-09-21T12:27:49.496" v="23" actId="2696"/>
        <pc:sldMkLst>
          <pc:docMk/>
          <pc:sldMk cId="2203978610" sldId="286"/>
        </pc:sldMkLst>
      </pc:sldChg>
      <pc:sldChg chg="del">
        <pc:chgData name="Jun Hong" userId="fae4f9bd-26d5-4760-9ac2-6f75f350beba" providerId="ADAL" clId="{CE77024F-06D1-AE41-9A45-D48012A69771}" dt="2020-09-21T12:27:49.548" v="25" actId="2696"/>
        <pc:sldMkLst>
          <pc:docMk/>
          <pc:sldMk cId="4179041406" sldId="287"/>
        </pc:sldMkLst>
      </pc:sldChg>
      <pc:sldChg chg="del">
        <pc:chgData name="Jun Hong" userId="fae4f9bd-26d5-4760-9ac2-6f75f350beba" providerId="ADAL" clId="{CE77024F-06D1-AE41-9A45-D48012A69771}" dt="2020-09-21T12:27:49.599" v="26" actId="2696"/>
        <pc:sldMkLst>
          <pc:docMk/>
          <pc:sldMk cId="2937501275" sldId="288"/>
        </pc:sldMkLst>
      </pc:sldChg>
      <pc:sldChg chg="del">
        <pc:chgData name="Jun Hong" userId="fae4f9bd-26d5-4760-9ac2-6f75f350beba" providerId="ADAL" clId="{CE77024F-06D1-AE41-9A45-D48012A69771}" dt="2020-09-21T12:27:49.641" v="27" actId="2696"/>
        <pc:sldMkLst>
          <pc:docMk/>
          <pc:sldMk cId="1333790615" sldId="289"/>
        </pc:sldMkLst>
      </pc:sldChg>
      <pc:sldChg chg="del">
        <pc:chgData name="Jun Hong" userId="fae4f9bd-26d5-4760-9ac2-6f75f350beba" providerId="ADAL" clId="{CE77024F-06D1-AE41-9A45-D48012A69771}" dt="2020-09-21T12:27:49.674" v="30" actId="2696"/>
        <pc:sldMkLst>
          <pc:docMk/>
          <pc:sldMk cId="3502244908" sldId="290"/>
        </pc:sldMkLst>
      </pc:sldChg>
      <pc:sldChg chg="del">
        <pc:chgData name="Jun Hong" userId="fae4f9bd-26d5-4760-9ac2-6f75f350beba" providerId="ADAL" clId="{CE77024F-06D1-AE41-9A45-D48012A69771}" dt="2020-09-21T12:27:49.141" v="6" actId="2696"/>
        <pc:sldMkLst>
          <pc:docMk/>
          <pc:sldMk cId="4143903053" sldId="293"/>
        </pc:sldMkLst>
      </pc:sldChg>
      <pc:sldChg chg="del">
        <pc:chgData name="Jun Hong" userId="fae4f9bd-26d5-4760-9ac2-6f75f350beba" providerId="ADAL" clId="{CE77024F-06D1-AE41-9A45-D48012A69771}" dt="2020-09-21T12:27:49.086" v="3" actId="2696"/>
        <pc:sldMkLst>
          <pc:docMk/>
          <pc:sldMk cId="317510852" sldId="294"/>
        </pc:sldMkLst>
      </pc:sldChg>
      <pc:sldChg chg="del">
        <pc:chgData name="Jun Hong" userId="fae4f9bd-26d5-4760-9ac2-6f75f350beba" providerId="ADAL" clId="{CE77024F-06D1-AE41-9A45-D48012A69771}" dt="2020-09-21T12:27:49.158" v="7" actId="2696"/>
        <pc:sldMkLst>
          <pc:docMk/>
          <pc:sldMk cId="2590010662" sldId="295"/>
        </pc:sldMkLst>
      </pc:sldChg>
      <pc:sldChg chg="modSp">
        <pc:chgData name="Jun Hong" userId="fae4f9bd-26d5-4760-9ac2-6f75f350beba" providerId="ADAL" clId="{CE77024F-06D1-AE41-9A45-D48012A69771}" dt="2020-09-22T08:06:43.802" v="640" actId="20577"/>
        <pc:sldMkLst>
          <pc:docMk/>
          <pc:sldMk cId="221033782" sldId="299"/>
        </pc:sldMkLst>
        <pc:spChg chg="mod">
          <ac:chgData name="Jun Hong" userId="fae4f9bd-26d5-4760-9ac2-6f75f350beba" providerId="ADAL" clId="{CE77024F-06D1-AE41-9A45-D48012A69771}" dt="2020-09-22T08:06:43.802" v="640" actId="20577"/>
          <ac:spMkLst>
            <pc:docMk/>
            <pc:sldMk cId="221033782" sldId="299"/>
            <ac:spMk id="4" creationId="{00000000-0000-0000-0000-000000000000}"/>
          </ac:spMkLst>
        </pc:spChg>
      </pc:sldChg>
      <pc:sldChg chg="modSp">
        <pc:chgData name="Jun Hong" userId="fae4f9bd-26d5-4760-9ac2-6f75f350beba" providerId="ADAL" clId="{CE77024F-06D1-AE41-9A45-D48012A69771}" dt="2020-09-22T08:07:43.610" v="660" actId="20577"/>
        <pc:sldMkLst>
          <pc:docMk/>
          <pc:sldMk cId="2556638438" sldId="300"/>
        </pc:sldMkLst>
        <pc:spChg chg="mod">
          <ac:chgData name="Jun Hong" userId="fae4f9bd-26d5-4760-9ac2-6f75f350beba" providerId="ADAL" clId="{CE77024F-06D1-AE41-9A45-D48012A69771}" dt="2020-09-22T08:07:43.610" v="660" actId="20577"/>
          <ac:spMkLst>
            <pc:docMk/>
            <pc:sldMk cId="2556638438" sldId="300"/>
            <ac:spMk id="5" creationId="{00000000-0000-0000-0000-000000000000}"/>
          </ac:spMkLst>
        </pc:spChg>
      </pc:sldChg>
      <pc:sldChg chg="del">
        <pc:chgData name="Jun Hong" userId="fae4f9bd-26d5-4760-9ac2-6f75f350beba" providerId="ADAL" clId="{CE77024F-06D1-AE41-9A45-D48012A69771}" dt="2020-09-21T12:27:49.691" v="31" actId="2696"/>
        <pc:sldMkLst>
          <pc:docMk/>
          <pc:sldMk cId="554234536" sldId="302"/>
        </pc:sldMkLst>
      </pc:sldChg>
      <pc:sldChg chg="del">
        <pc:chgData name="Jun Hong" userId="fae4f9bd-26d5-4760-9ac2-6f75f350beba" providerId="ADAL" clId="{CE77024F-06D1-AE41-9A45-D48012A69771}" dt="2020-09-21T12:27:49.714" v="32" actId="2696"/>
        <pc:sldMkLst>
          <pc:docMk/>
          <pc:sldMk cId="3099730434" sldId="303"/>
        </pc:sldMkLst>
      </pc:sldChg>
      <pc:sldChg chg="del">
        <pc:chgData name="Jun Hong" userId="fae4f9bd-26d5-4760-9ac2-6f75f350beba" providerId="ADAL" clId="{CE77024F-06D1-AE41-9A45-D48012A69771}" dt="2020-09-21T12:27:49.784" v="34" actId="2696"/>
        <pc:sldMkLst>
          <pc:docMk/>
          <pc:sldMk cId="2639481726" sldId="304"/>
        </pc:sldMkLst>
      </pc:sldChg>
      <pc:sldChg chg="del">
        <pc:chgData name="Jun Hong" userId="fae4f9bd-26d5-4760-9ac2-6f75f350beba" providerId="ADAL" clId="{CE77024F-06D1-AE41-9A45-D48012A69771}" dt="2020-09-21T12:27:49.796" v="35" actId="2696"/>
        <pc:sldMkLst>
          <pc:docMk/>
          <pc:sldMk cId="1832874201" sldId="305"/>
        </pc:sldMkLst>
      </pc:sldChg>
      <pc:sldChg chg="del">
        <pc:chgData name="Jun Hong" userId="fae4f9bd-26d5-4760-9ac2-6f75f350beba" providerId="ADAL" clId="{CE77024F-06D1-AE41-9A45-D48012A69771}" dt="2020-09-21T12:27:49.750" v="33" actId="2696"/>
        <pc:sldMkLst>
          <pc:docMk/>
          <pc:sldMk cId="1297109969" sldId="306"/>
        </pc:sldMkLst>
      </pc:sldChg>
      <pc:sldChg chg="del">
        <pc:chgData name="Jun Hong" userId="fae4f9bd-26d5-4760-9ac2-6f75f350beba" providerId="ADAL" clId="{CE77024F-06D1-AE41-9A45-D48012A69771}" dt="2020-09-21T12:27:49.447" v="21" actId="2696"/>
        <pc:sldMkLst>
          <pc:docMk/>
          <pc:sldMk cId="3748370740" sldId="311"/>
        </pc:sldMkLst>
      </pc:sldChg>
      <pc:sldChg chg="del">
        <pc:chgData name="Jun Hong" userId="fae4f9bd-26d5-4760-9ac2-6f75f350beba" providerId="ADAL" clId="{CE77024F-06D1-AE41-9A45-D48012A69771}" dt="2020-09-21T12:27:49.313" v="16" actId="2696"/>
        <pc:sldMkLst>
          <pc:docMk/>
          <pc:sldMk cId="2190372254" sldId="312"/>
        </pc:sldMkLst>
      </pc:sldChg>
      <pc:sldChg chg="del">
        <pc:chgData name="Jun Hong" userId="fae4f9bd-26d5-4760-9ac2-6f75f350beba" providerId="ADAL" clId="{CE77024F-06D1-AE41-9A45-D48012A69771}" dt="2020-09-21T12:27:49.651" v="28" actId="2696"/>
        <pc:sldMkLst>
          <pc:docMk/>
          <pc:sldMk cId="1049499695" sldId="313"/>
        </pc:sldMkLst>
      </pc:sldChg>
      <pc:sldChg chg="del">
        <pc:chgData name="Jun Hong" userId="fae4f9bd-26d5-4760-9ac2-6f75f350beba" providerId="ADAL" clId="{CE77024F-06D1-AE41-9A45-D48012A69771}" dt="2020-09-21T12:27:49.103" v="4" actId="2696"/>
        <pc:sldMkLst>
          <pc:docMk/>
          <pc:sldMk cId="2108850161" sldId="314"/>
        </pc:sldMkLst>
      </pc:sldChg>
      <pc:sldChg chg="modSp">
        <pc:chgData name="Jun Hong" userId="fae4f9bd-26d5-4760-9ac2-6f75f350beba" providerId="ADAL" clId="{CE77024F-06D1-AE41-9A45-D48012A69771}" dt="2020-09-22T09:47:55.951" v="1089" actId="27636"/>
        <pc:sldMkLst>
          <pc:docMk/>
          <pc:sldMk cId="214762912" sldId="315"/>
        </pc:sldMkLst>
        <pc:spChg chg="mod">
          <ac:chgData name="Jun Hong" userId="fae4f9bd-26d5-4760-9ac2-6f75f350beba" providerId="ADAL" clId="{CE77024F-06D1-AE41-9A45-D48012A69771}" dt="2020-09-22T09:47:55.951" v="1089" actId="27636"/>
          <ac:spMkLst>
            <pc:docMk/>
            <pc:sldMk cId="214762912" sldId="315"/>
            <ac:spMk id="5" creationId="{00000000-0000-0000-0000-000000000000}"/>
          </ac:spMkLst>
        </pc:spChg>
      </pc:sldChg>
      <pc:sldChg chg="modSp">
        <pc:chgData name="Jun Hong" userId="fae4f9bd-26d5-4760-9ac2-6f75f350beba" providerId="ADAL" clId="{CE77024F-06D1-AE41-9A45-D48012A69771}" dt="2020-09-21T12:30:44.167" v="223" actId="20577"/>
        <pc:sldMkLst>
          <pc:docMk/>
          <pc:sldMk cId="3657569000" sldId="319"/>
        </pc:sldMkLst>
        <pc:spChg chg="mod">
          <ac:chgData name="Jun Hong" userId="fae4f9bd-26d5-4760-9ac2-6f75f350beba" providerId="ADAL" clId="{CE77024F-06D1-AE41-9A45-D48012A69771}" dt="2020-09-21T12:30:44.167" v="223" actId="20577"/>
          <ac:spMkLst>
            <pc:docMk/>
            <pc:sldMk cId="3657569000" sldId="319"/>
            <ac:spMk id="4" creationId="{00000000-0000-0000-0000-000000000000}"/>
          </ac:spMkLst>
        </pc:spChg>
      </pc:sldChg>
      <pc:sldChg chg="modSp modNotesTx">
        <pc:chgData name="Jun Hong" userId="fae4f9bd-26d5-4760-9ac2-6f75f350beba" providerId="ADAL" clId="{CE77024F-06D1-AE41-9A45-D48012A69771}" dt="2020-09-22T08:12:18.954" v="940" actId="20577"/>
        <pc:sldMkLst>
          <pc:docMk/>
          <pc:sldMk cId="1855028650" sldId="320"/>
        </pc:sldMkLst>
        <pc:spChg chg="mod">
          <ac:chgData name="Jun Hong" userId="fae4f9bd-26d5-4760-9ac2-6f75f350beba" providerId="ADAL" clId="{CE77024F-06D1-AE41-9A45-D48012A69771}" dt="2020-09-22T08:11:35.119" v="926" actId="20577"/>
          <ac:spMkLst>
            <pc:docMk/>
            <pc:sldMk cId="1855028650" sldId="320"/>
            <ac:spMk id="5" creationId="{00000000-0000-0000-0000-000000000000}"/>
          </ac:spMkLst>
        </pc:spChg>
      </pc:sldChg>
      <pc:sldChg chg="modSp">
        <pc:chgData name="Jun Hong" userId="fae4f9bd-26d5-4760-9ac2-6f75f350beba" providerId="ADAL" clId="{CE77024F-06D1-AE41-9A45-D48012A69771}" dt="2020-09-22T08:14:48.036" v="1010" actId="20577"/>
        <pc:sldMkLst>
          <pc:docMk/>
          <pc:sldMk cId="112461056" sldId="321"/>
        </pc:sldMkLst>
        <pc:spChg chg="mod">
          <ac:chgData name="Jun Hong" userId="fae4f9bd-26d5-4760-9ac2-6f75f350beba" providerId="ADAL" clId="{CE77024F-06D1-AE41-9A45-D48012A69771}" dt="2020-09-22T08:14:48.036" v="1010" actId="20577"/>
          <ac:spMkLst>
            <pc:docMk/>
            <pc:sldMk cId="112461056" sldId="321"/>
            <ac:spMk id="6" creationId="{00000000-0000-0000-0000-000000000000}"/>
          </ac:spMkLst>
        </pc:spChg>
      </pc:sldChg>
      <pc:sldChg chg="modSp">
        <pc:chgData name="Jun Hong" userId="fae4f9bd-26d5-4760-9ac2-6f75f350beba" providerId="ADAL" clId="{CE77024F-06D1-AE41-9A45-D48012A69771}" dt="2020-09-21T13:31:48.144" v="442" actId="20577"/>
        <pc:sldMkLst>
          <pc:docMk/>
          <pc:sldMk cId="3293077394" sldId="322"/>
        </pc:sldMkLst>
        <pc:spChg chg="mod">
          <ac:chgData name="Jun Hong" userId="fae4f9bd-26d5-4760-9ac2-6f75f350beba" providerId="ADAL" clId="{CE77024F-06D1-AE41-9A45-D48012A69771}" dt="2020-09-21T13:31:48.144" v="442" actId="20577"/>
          <ac:spMkLst>
            <pc:docMk/>
            <pc:sldMk cId="3293077394" sldId="322"/>
            <ac:spMk id="3" creationId="{00000000-0000-0000-0000-000000000000}"/>
          </ac:spMkLst>
        </pc:spChg>
      </pc:sldChg>
      <pc:sldChg chg="del">
        <pc:chgData name="Jun Hong" userId="fae4f9bd-26d5-4760-9ac2-6f75f350beba" providerId="ADAL" clId="{CE77024F-06D1-AE41-9A45-D48012A69771}" dt="2020-09-21T13:32:43.261" v="443" actId="2696"/>
        <pc:sldMkLst>
          <pc:docMk/>
          <pc:sldMk cId="3217841143" sldId="323"/>
        </pc:sldMkLst>
      </pc:sldChg>
      <pc:sldChg chg="del">
        <pc:chgData name="Jun Hong" userId="fae4f9bd-26d5-4760-9ac2-6f75f350beba" providerId="ADAL" clId="{CE77024F-06D1-AE41-9A45-D48012A69771}" dt="2020-09-21T13:32:54.403" v="444" actId="2696"/>
        <pc:sldMkLst>
          <pc:docMk/>
          <pc:sldMk cId="3751342092" sldId="324"/>
        </pc:sldMkLst>
      </pc:sldChg>
      <pc:sldChg chg="modSp modNotesTx">
        <pc:chgData name="Jun Hong" userId="fae4f9bd-26d5-4760-9ac2-6f75f350beba" providerId="ADAL" clId="{CE77024F-06D1-AE41-9A45-D48012A69771}" dt="2020-09-22T09:51:14.878" v="1137" actId="27636"/>
        <pc:sldMkLst>
          <pc:docMk/>
          <pc:sldMk cId="3842368084" sldId="326"/>
        </pc:sldMkLst>
        <pc:spChg chg="mod">
          <ac:chgData name="Jun Hong" userId="fae4f9bd-26d5-4760-9ac2-6f75f350beba" providerId="ADAL" clId="{CE77024F-06D1-AE41-9A45-D48012A69771}" dt="2020-09-22T09:51:14.878" v="1137" actId="27636"/>
          <ac:spMkLst>
            <pc:docMk/>
            <pc:sldMk cId="3842368084" sldId="326"/>
            <ac:spMk id="4" creationId="{00000000-0000-0000-0000-000000000000}"/>
          </ac:spMkLst>
        </pc:spChg>
      </pc:sldChg>
      <pc:sldChg chg="del">
        <pc:chgData name="Jun Hong" userId="fae4f9bd-26d5-4760-9ac2-6f75f350beba" providerId="ADAL" clId="{CE77024F-06D1-AE41-9A45-D48012A69771}" dt="2020-09-21T12:27:49.037" v="0" actId="2696"/>
        <pc:sldMkLst>
          <pc:docMk/>
          <pc:sldMk cId="1996716246" sldId="327"/>
        </pc:sldMkLst>
      </pc:sldChg>
    </pc:docChg>
  </pc:docChgLst>
  <pc:docChgLst>
    <pc:chgData name="Jun Hong" userId="fae4f9bd-26d5-4760-9ac2-6f75f350beba" providerId="ADAL" clId="{922FC5AC-2556-DD4E-82AD-3565CA961752}"/>
    <pc:docChg chg="undo custSel addSld delSld modSld sldOrd modSection">
      <pc:chgData name="Jun Hong" userId="fae4f9bd-26d5-4760-9ac2-6f75f350beba" providerId="ADAL" clId="{922FC5AC-2556-DD4E-82AD-3565CA961752}" dt="2020-09-25T15:59:41.616" v="2845" actId="2696"/>
      <pc:docMkLst>
        <pc:docMk/>
      </pc:docMkLst>
      <pc:sldChg chg="modSp">
        <pc:chgData name="Jun Hong" userId="fae4f9bd-26d5-4760-9ac2-6f75f350beba" providerId="ADAL" clId="{922FC5AC-2556-DD4E-82AD-3565CA961752}" dt="2020-09-22T09:58:22.611" v="128" actId="20577"/>
        <pc:sldMkLst>
          <pc:docMk/>
          <pc:sldMk cId="2149257241" sldId="256"/>
        </pc:sldMkLst>
        <pc:spChg chg="mod">
          <ac:chgData name="Jun Hong" userId="fae4f9bd-26d5-4760-9ac2-6f75f350beba" providerId="ADAL" clId="{922FC5AC-2556-DD4E-82AD-3565CA961752}" dt="2020-09-22T09:58:22.611" v="128" actId="20577"/>
          <ac:spMkLst>
            <pc:docMk/>
            <pc:sldMk cId="2149257241" sldId="256"/>
            <ac:spMk id="2" creationId="{00000000-0000-0000-0000-000000000000}"/>
          </ac:spMkLst>
        </pc:spChg>
        <pc:spChg chg="mod">
          <ac:chgData name="Jun Hong" userId="fae4f9bd-26d5-4760-9ac2-6f75f350beba" providerId="ADAL" clId="{922FC5AC-2556-DD4E-82AD-3565CA961752}" dt="2020-09-22T09:58:12.670" v="113" actId="20577"/>
          <ac:spMkLst>
            <pc:docMk/>
            <pc:sldMk cId="2149257241" sldId="256"/>
            <ac:spMk id="3" creationId="{00000000-0000-0000-0000-000000000000}"/>
          </ac:spMkLst>
        </pc:spChg>
      </pc:sldChg>
      <pc:sldChg chg="del">
        <pc:chgData name="Jun Hong" userId="fae4f9bd-26d5-4760-9ac2-6f75f350beba" providerId="ADAL" clId="{922FC5AC-2556-DD4E-82AD-3565CA961752}" dt="2020-09-22T09:58:37.455" v="129" actId="2696"/>
        <pc:sldMkLst>
          <pc:docMk/>
          <pc:sldMk cId="221033782" sldId="299"/>
        </pc:sldMkLst>
      </pc:sldChg>
      <pc:sldChg chg="del">
        <pc:chgData name="Jun Hong" userId="fae4f9bd-26d5-4760-9ac2-6f75f350beba" providerId="ADAL" clId="{922FC5AC-2556-DD4E-82AD-3565CA961752}" dt="2020-09-22T09:58:42.054" v="130" actId="2696"/>
        <pc:sldMkLst>
          <pc:docMk/>
          <pc:sldMk cId="2556638438" sldId="300"/>
        </pc:sldMkLst>
      </pc:sldChg>
      <pc:sldChg chg="del">
        <pc:chgData name="Jun Hong" userId="fae4f9bd-26d5-4760-9ac2-6f75f350beba" providerId="ADAL" clId="{922FC5AC-2556-DD4E-82AD-3565CA961752}" dt="2020-09-22T09:58:46.191" v="131" actId="2696"/>
        <pc:sldMkLst>
          <pc:docMk/>
          <pc:sldMk cId="214762912" sldId="315"/>
        </pc:sldMkLst>
      </pc:sldChg>
      <pc:sldChg chg="del">
        <pc:chgData name="Jun Hong" userId="fae4f9bd-26d5-4760-9ac2-6f75f350beba" providerId="ADAL" clId="{922FC5AC-2556-DD4E-82AD-3565CA961752}" dt="2020-09-23T09:36:03.858" v="1058" actId="2696"/>
        <pc:sldMkLst>
          <pc:docMk/>
          <pc:sldMk cId="79967637" sldId="317"/>
        </pc:sldMkLst>
      </pc:sldChg>
      <pc:sldChg chg="del">
        <pc:chgData name="Jun Hong" userId="fae4f9bd-26d5-4760-9ac2-6f75f350beba" providerId="ADAL" clId="{922FC5AC-2556-DD4E-82AD-3565CA961752}" dt="2020-09-22T09:58:49.364" v="132" actId="2696"/>
        <pc:sldMkLst>
          <pc:docMk/>
          <pc:sldMk cId="3657569000" sldId="319"/>
        </pc:sldMkLst>
      </pc:sldChg>
      <pc:sldChg chg="del">
        <pc:chgData name="Jun Hong" userId="fae4f9bd-26d5-4760-9ac2-6f75f350beba" providerId="ADAL" clId="{922FC5AC-2556-DD4E-82AD-3565CA961752}" dt="2020-09-22T09:58:52.167" v="133" actId="2696"/>
        <pc:sldMkLst>
          <pc:docMk/>
          <pc:sldMk cId="1855028650" sldId="320"/>
        </pc:sldMkLst>
      </pc:sldChg>
      <pc:sldChg chg="del">
        <pc:chgData name="Jun Hong" userId="fae4f9bd-26d5-4760-9ac2-6f75f350beba" providerId="ADAL" clId="{922FC5AC-2556-DD4E-82AD-3565CA961752}" dt="2020-09-22T09:58:57.316" v="134" actId="2696"/>
        <pc:sldMkLst>
          <pc:docMk/>
          <pc:sldMk cId="112461056" sldId="321"/>
        </pc:sldMkLst>
      </pc:sldChg>
      <pc:sldChg chg="del">
        <pc:chgData name="Jun Hong" userId="fae4f9bd-26d5-4760-9ac2-6f75f350beba" providerId="ADAL" clId="{922FC5AC-2556-DD4E-82AD-3565CA961752}" dt="2020-09-23T09:35:58.936" v="1057" actId="2696"/>
        <pc:sldMkLst>
          <pc:docMk/>
          <pc:sldMk cId="3293077394" sldId="322"/>
        </pc:sldMkLst>
      </pc:sldChg>
      <pc:sldChg chg="modSp del ord">
        <pc:chgData name="Jun Hong" userId="fae4f9bd-26d5-4760-9ac2-6f75f350beba" providerId="ADAL" clId="{922FC5AC-2556-DD4E-82AD-3565CA961752}" dt="2020-09-25T15:59:41.586" v="2842" actId="2696"/>
        <pc:sldMkLst>
          <pc:docMk/>
          <pc:sldMk cId="3842368084" sldId="326"/>
        </pc:sldMkLst>
        <pc:spChg chg="mod">
          <ac:chgData name="Jun Hong" userId="fae4f9bd-26d5-4760-9ac2-6f75f350beba" providerId="ADAL" clId="{922FC5AC-2556-DD4E-82AD-3565CA961752}" dt="2020-09-23T10:52:40.147" v="1375" actId="20577"/>
          <ac:spMkLst>
            <pc:docMk/>
            <pc:sldMk cId="3842368084" sldId="326"/>
            <ac:spMk id="3" creationId="{00000000-0000-0000-0000-000000000000}"/>
          </ac:spMkLst>
        </pc:spChg>
        <pc:spChg chg="mod">
          <ac:chgData name="Jun Hong" userId="fae4f9bd-26d5-4760-9ac2-6f75f350beba" providerId="ADAL" clId="{922FC5AC-2556-DD4E-82AD-3565CA961752}" dt="2020-09-23T15:41:47.342" v="2801" actId="20577"/>
          <ac:spMkLst>
            <pc:docMk/>
            <pc:sldMk cId="3842368084" sldId="326"/>
            <ac:spMk id="4" creationId="{00000000-0000-0000-0000-000000000000}"/>
          </ac:spMkLst>
        </pc:spChg>
      </pc:sldChg>
      <pc:sldChg chg="modSp add del modNotesTx">
        <pc:chgData name="Jun Hong" userId="fae4f9bd-26d5-4760-9ac2-6f75f350beba" providerId="ADAL" clId="{922FC5AC-2556-DD4E-82AD-3565CA961752}" dt="2020-09-25T15:59:41.575" v="2841" actId="2696"/>
        <pc:sldMkLst>
          <pc:docMk/>
          <pc:sldMk cId="3363810628" sldId="327"/>
        </pc:sldMkLst>
        <pc:spChg chg="mod">
          <ac:chgData name="Jun Hong" userId="fae4f9bd-26d5-4760-9ac2-6f75f350beba" providerId="ADAL" clId="{922FC5AC-2556-DD4E-82AD-3565CA961752}" dt="2020-09-23T13:45:12.001" v="2687" actId="20577"/>
          <ac:spMkLst>
            <pc:docMk/>
            <pc:sldMk cId="3363810628" sldId="327"/>
            <ac:spMk id="4" creationId="{00000000-0000-0000-0000-000000000000}"/>
          </ac:spMkLst>
        </pc:spChg>
      </pc:sldChg>
      <pc:sldChg chg="modSp add del ord">
        <pc:chgData name="Jun Hong" userId="fae4f9bd-26d5-4760-9ac2-6f75f350beba" providerId="ADAL" clId="{922FC5AC-2556-DD4E-82AD-3565CA961752}" dt="2020-09-23T13:34:00.036" v="2634" actId="2696"/>
        <pc:sldMkLst>
          <pc:docMk/>
          <pc:sldMk cId="3243428356" sldId="328"/>
        </pc:sldMkLst>
        <pc:spChg chg="mod">
          <ac:chgData name="Jun Hong" userId="fae4f9bd-26d5-4760-9ac2-6f75f350beba" providerId="ADAL" clId="{922FC5AC-2556-DD4E-82AD-3565CA961752}" dt="2020-09-23T10:44:18.691" v="1282" actId="20577"/>
          <ac:spMkLst>
            <pc:docMk/>
            <pc:sldMk cId="3243428356" sldId="328"/>
            <ac:spMk id="3" creationId="{00000000-0000-0000-0000-000000000000}"/>
          </ac:spMkLst>
        </pc:spChg>
        <pc:spChg chg="mod">
          <ac:chgData name="Jun Hong" userId="fae4f9bd-26d5-4760-9ac2-6f75f350beba" providerId="ADAL" clId="{922FC5AC-2556-DD4E-82AD-3565CA961752}" dt="2020-09-23T13:33:54.706" v="2633" actId="5793"/>
          <ac:spMkLst>
            <pc:docMk/>
            <pc:sldMk cId="3243428356" sldId="328"/>
            <ac:spMk id="4" creationId="{00000000-0000-0000-0000-000000000000}"/>
          </ac:spMkLst>
        </pc:spChg>
      </pc:sldChg>
      <pc:sldChg chg="add del">
        <pc:chgData name="Jun Hong" userId="fae4f9bd-26d5-4760-9ac2-6f75f350beba" providerId="ADAL" clId="{922FC5AC-2556-DD4E-82AD-3565CA961752}" dt="2020-09-23T08:45:55.460" v="645" actId="2696"/>
        <pc:sldMkLst>
          <pc:docMk/>
          <pc:sldMk cId="3296494461" sldId="329"/>
        </pc:sldMkLst>
      </pc:sldChg>
      <pc:sldChg chg="modSp add del">
        <pc:chgData name="Jun Hong" userId="fae4f9bd-26d5-4760-9ac2-6f75f350beba" providerId="ADAL" clId="{922FC5AC-2556-DD4E-82AD-3565CA961752}" dt="2020-09-25T15:59:41.597" v="2843" actId="2696"/>
        <pc:sldMkLst>
          <pc:docMk/>
          <pc:sldMk cId="27766265" sldId="330"/>
        </pc:sldMkLst>
        <pc:spChg chg="mod">
          <ac:chgData name="Jun Hong" userId="fae4f9bd-26d5-4760-9ac2-6f75f350beba" providerId="ADAL" clId="{922FC5AC-2556-DD4E-82AD-3565CA961752}" dt="2020-09-23T13:49:04.349" v="2723" actId="20577"/>
          <ac:spMkLst>
            <pc:docMk/>
            <pc:sldMk cId="27766265" sldId="330"/>
            <ac:spMk id="3" creationId="{00000000-0000-0000-0000-000000000000}"/>
          </ac:spMkLst>
        </pc:spChg>
        <pc:spChg chg="mod">
          <ac:chgData name="Jun Hong" userId="fae4f9bd-26d5-4760-9ac2-6f75f350beba" providerId="ADAL" clId="{922FC5AC-2556-DD4E-82AD-3565CA961752}" dt="2020-09-24T08:40:29.098" v="2814" actId="27636"/>
          <ac:spMkLst>
            <pc:docMk/>
            <pc:sldMk cId="27766265" sldId="330"/>
            <ac:spMk id="4" creationId="{00000000-0000-0000-0000-000000000000}"/>
          </ac:spMkLst>
        </pc:spChg>
      </pc:sldChg>
      <pc:sldChg chg="modSp add del">
        <pc:chgData name="Jun Hong" userId="fae4f9bd-26d5-4760-9ac2-6f75f350beba" providerId="ADAL" clId="{922FC5AC-2556-DD4E-82AD-3565CA961752}" dt="2020-09-23T09:11:20.522" v="716" actId="2696"/>
        <pc:sldMkLst>
          <pc:docMk/>
          <pc:sldMk cId="4013935326" sldId="331"/>
        </pc:sldMkLst>
        <pc:spChg chg="mod">
          <ac:chgData name="Jun Hong" userId="fae4f9bd-26d5-4760-9ac2-6f75f350beba" providerId="ADAL" clId="{922FC5AC-2556-DD4E-82AD-3565CA961752}" dt="2020-09-23T09:10:51.236" v="714" actId="27636"/>
          <ac:spMkLst>
            <pc:docMk/>
            <pc:sldMk cId="4013935326" sldId="331"/>
            <ac:spMk id="4" creationId="{00000000-0000-0000-0000-000000000000}"/>
          </ac:spMkLst>
        </pc:spChg>
      </pc:sldChg>
      <pc:sldChg chg="modSp add del">
        <pc:chgData name="Jun Hong" userId="fae4f9bd-26d5-4760-9ac2-6f75f350beba" providerId="ADAL" clId="{922FC5AC-2556-DD4E-82AD-3565CA961752}" dt="2020-09-25T15:59:41.616" v="2845" actId="2696"/>
        <pc:sldMkLst>
          <pc:docMk/>
          <pc:sldMk cId="1043981439" sldId="332"/>
        </pc:sldMkLst>
        <pc:spChg chg="mod">
          <ac:chgData name="Jun Hong" userId="fae4f9bd-26d5-4760-9ac2-6f75f350beba" providerId="ADAL" clId="{922FC5AC-2556-DD4E-82AD-3565CA961752}" dt="2020-09-23T13:54:59.061" v="2796" actId="20577"/>
          <ac:spMkLst>
            <pc:docMk/>
            <pc:sldMk cId="1043981439" sldId="332"/>
            <ac:spMk id="3" creationId="{00000000-0000-0000-0000-000000000000}"/>
          </ac:spMkLst>
        </pc:spChg>
        <pc:spChg chg="mod">
          <ac:chgData name="Jun Hong" userId="fae4f9bd-26d5-4760-9ac2-6f75f350beba" providerId="ADAL" clId="{922FC5AC-2556-DD4E-82AD-3565CA961752}" dt="2020-09-24T08:41:11.804" v="2839" actId="20577"/>
          <ac:spMkLst>
            <pc:docMk/>
            <pc:sldMk cId="1043981439" sldId="332"/>
            <ac:spMk id="4" creationId="{00000000-0000-0000-0000-000000000000}"/>
          </ac:spMkLst>
        </pc:spChg>
      </pc:sldChg>
      <pc:sldChg chg="modSp add del">
        <pc:chgData name="Jun Hong" userId="fae4f9bd-26d5-4760-9ac2-6f75f350beba" providerId="ADAL" clId="{922FC5AC-2556-DD4E-82AD-3565CA961752}" dt="2020-09-23T13:34:54.641" v="2637" actId="2696"/>
        <pc:sldMkLst>
          <pc:docMk/>
          <pc:sldMk cId="2985376857" sldId="333"/>
        </pc:sldMkLst>
        <pc:spChg chg="mod">
          <ac:chgData name="Jun Hong" userId="fae4f9bd-26d5-4760-9ac2-6f75f350beba" providerId="ADAL" clId="{922FC5AC-2556-DD4E-82AD-3565CA961752}" dt="2020-09-23T13:19:21.151" v="2382" actId="20577"/>
          <ac:spMkLst>
            <pc:docMk/>
            <pc:sldMk cId="2985376857" sldId="333"/>
            <ac:spMk id="4" creationId="{00000000-0000-0000-0000-000000000000}"/>
          </ac:spMkLst>
        </pc:spChg>
      </pc:sldChg>
      <pc:sldChg chg="modSp add del">
        <pc:chgData name="Jun Hong" userId="fae4f9bd-26d5-4760-9ac2-6f75f350beba" providerId="ADAL" clId="{922FC5AC-2556-DD4E-82AD-3565CA961752}" dt="2020-09-25T15:59:41.607" v="2844" actId="2696"/>
        <pc:sldMkLst>
          <pc:docMk/>
          <pc:sldMk cId="3501085861" sldId="333"/>
        </pc:sldMkLst>
        <pc:spChg chg="mod">
          <ac:chgData name="Jun Hong" userId="fae4f9bd-26d5-4760-9ac2-6f75f350beba" providerId="ADAL" clId="{922FC5AC-2556-DD4E-82AD-3565CA961752}" dt="2020-09-23T13:49:21.727" v="2737" actId="20577"/>
          <ac:spMkLst>
            <pc:docMk/>
            <pc:sldMk cId="3501085861" sldId="333"/>
            <ac:spMk id="3" creationId="{00000000-0000-0000-0000-000000000000}"/>
          </ac:spMkLst>
        </pc:spChg>
        <pc:spChg chg="mod">
          <ac:chgData name="Jun Hong" userId="fae4f9bd-26d5-4760-9ac2-6f75f350beba" providerId="ADAL" clId="{922FC5AC-2556-DD4E-82AD-3565CA961752}" dt="2020-09-23T15:42:42.207" v="2803" actId="20577"/>
          <ac:spMkLst>
            <pc:docMk/>
            <pc:sldMk cId="3501085861" sldId="333"/>
            <ac:spMk id="4" creationId="{00000000-0000-0000-0000-000000000000}"/>
          </ac:spMkLst>
        </pc:spChg>
      </pc:sldChg>
      <pc:sldChg chg="add">
        <pc:chgData name="Jun Hong" userId="fae4f9bd-26d5-4760-9ac2-6f75f350beba" providerId="ADAL" clId="{922FC5AC-2556-DD4E-82AD-3565CA961752}" dt="2020-09-25T15:59:29.963" v="2840"/>
        <pc:sldMkLst>
          <pc:docMk/>
          <pc:sldMk cId="3352797917" sldId="334"/>
        </pc:sldMkLst>
      </pc:sldChg>
      <pc:sldChg chg="add">
        <pc:chgData name="Jun Hong" userId="fae4f9bd-26d5-4760-9ac2-6f75f350beba" providerId="ADAL" clId="{922FC5AC-2556-DD4E-82AD-3565CA961752}" dt="2020-09-25T15:59:29.963" v="2840"/>
        <pc:sldMkLst>
          <pc:docMk/>
          <pc:sldMk cId="1240984657" sldId="335"/>
        </pc:sldMkLst>
      </pc:sldChg>
      <pc:sldChg chg="add">
        <pc:chgData name="Jun Hong" userId="fae4f9bd-26d5-4760-9ac2-6f75f350beba" providerId="ADAL" clId="{922FC5AC-2556-DD4E-82AD-3565CA961752}" dt="2020-09-25T15:59:29.963" v="2840"/>
        <pc:sldMkLst>
          <pc:docMk/>
          <pc:sldMk cId="3488456997" sldId="336"/>
        </pc:sldMkLst>
      </pc:sldChg>
      <pc:sldChg chg="add">
        <pc:chgData name="Jun Hong" userId="fae4f9bd-26d5-4760-9ac2-6f75f350beba" providerId="ADAL" clId="{922FC5AC-2556-DD4E-82AD-3565CA961752}" dt="2020-09-25T15:59:29.963" v="2840"/>
        <pc:sldMkLst>
          <pc:docMk/>
          <pc:sldMk cId="879420181" sldId="337"/>
        </pc:sldMkLst>
      </pc:sldChg>
      <pc:sldChg chg="add">
        <pc:chgData name="Jun Hong" userId="fae4f9bd-26d5-4760-9ac2-6f75f350beba" providerId="ADAL" clId="{922FC5AC-2556-DD4E-82AD-3565CA961752}" dt="2020-09-25T15:59:29.963" v="2840"/>
        <pc:sldMkLst>
          <pc:docMk/>
          <pc:sldMk cId="2412552499" sldId="338"/>
        </pc:sldMkLst>
      </pc:sldChg>
    </pc:docChg>
  </pc:docChgLst>
  <pc:docChgLst>
    <pc:chgData name="Jun Hong" userId="fae4f9bd-26d5-4760-9ac2-6f75f350beba" providerId="ADAL" clId="{7A4FCF34-F211-DD42-A2B3-D0F6836AF2B1}"/>
    <pc:docChg chg="undo custSel addSld delSld modSld modSection">
      <pc:chgData name="Jun Hong" userId="fae4f9bd-26d5-4760-9ac2-6f75f350beba" providerId="ADAL" clId="{7A4FCF34-F211-DD42-A2B3-D0F6836AF2B1}" dt="2020-09-21T12:22:16.351" v="4612" actId="20577"/>
      <pc:docMkLst>
        <pc:docMk/>
      </pc:docMkLst>
      <pc:sldChg chg="modSp">
        <pc:chgData name="Jun Hong" userId="fae4f9bd-26d5-4760-9ac2-6f75f350beba" providerId="ADAL" clId="{7A4FCF34-F211-DD42-A2B3-D0F6836AF2B1}" dt="2020-09-21T11:56:23.552" v="3379" actId="20577"/>
        <pc:sldMkLst>
          <pc:docMk/>
          <pc:sldMk cId="2149257241" sldId="256"/>
        </pc:sldMkLst>
        <pc:spChg chg="mod">
          <ac:chgData name="Jun Hong" userId="fae4f9bd-26d5-4760-9ac2-6f75f350beba" providerId="ADAL" clId="{7A4FCF34-F211-DD42-A2B3-D0F6836AF2B1}" dt="2020-09-21T11:56:01.699" v="3334" actId="20577"/>
          <ac:spMkLst>
            <pc:docMk/>
            <pc:sldMk cId="2149257241" sldId="256"/>
            <ac:spMk id="2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21T11:56:23.552" v="3379" actId="20577"/>
          <ac:spMkLst>
            <pc:docMk/>
            <pc:sldMk cId="2149257241" sldId="256"/>
            <ac:spMk id="3" creationId="{00000000-0000-0000-0000-000000000000}"/>
          </ac:spMkLst>
        </pc:spChg>
      </pc:sldChg>
      <pc:sldChg chg="modSp">
        <pc:chgData name="Jun Hong" userId="fae4f9bd-26d5-4760-9ac2-6f75f350beba" providerId="ADAL" clId="{7A4FCF34-F211-DD42-A2B3-D0F6836AF2B1}" dt="2020-09-18T11:32:46.771" v="410" actId="20577"/>
        <pc:sldMkLst>
          <pc:docMk/>
          <pc:sldMk cId="3521649387" sldId="257"/>
        </pc:sldMkLst>
        <pc:spChg chg="mod">
          <ac:chgData name="Jun Hong" userId="fae4f9bd-26d5-4760-9ac2-6f75f350beba" providerId="ADAL" clId="{7A4FCF34-F211-DD42-A2B3-D0F6836AF2B1}" dt="2020-09-18T11:32:46.771" v="410" actId="20577"/>
          <ac:spMkLst>
            <pc:docMk/>
            <pc:sldMk cId="3521649387" sldId="257"/>
            <ac:spMk id="3" creationId="{00000000-0000-0000-0000-000000000000}"/>
          </ac:spMkLst>
        </pc:spChg>
      </pc:sldChg>
      <pc:sldChg chg="addSp delSp modSp">
        <pc:chgData name="Jun Hong" userId="fae4f9bd-26d5-4760-9ac2-6f75f350beba" providerId="ADAL" clId="{7A4FCF34-F211-DD42-A2B3-D0F6836AF2B1}" dt="2020-09-18T13:32:35.815" v="1393" actId="14100"/>
        <pc:sldMkLst>
          <pc:docMk/>
          <pc:sldMk cId="1929066600" sldId="259"/>
        </pc:sldMkLst>
        <pc:spChg chg="mod">
          <ac:chgData name="Jun Hong" userId="fae4f9bd-26d5-4760-9ac2-6f75f350beba" providerId="ADAL" clId="{7A4FCF34-F211-DD42-A2B3-D0F6836AF2B1}" dt="2020-09-18T13:17:40.797" v="1293" actId="20577"/>
          <ac:spMkLst>
            <pc:docMk/>
            <pc:sldMk cId="1929066600" sldId="259"/>
            <ac:spMk id="2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3:32:21.929" v="1392" actId="20577"/>
          <ac:spMkLst>
            <pc:docMk/>
            <pc:sldMk cId="1929066600" sldId="259"/>
            <ac:spMk id="3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3:28:49.135" v="1334" actId="478"/>
          <ac:spMkLst>
            <pc:docMk/>
            <pc:sldMk cId="1929066600" sldId="259"/>
            <ac:spMk id="5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3:32:35.815" v="1393" actId="14100"/>
          <ac:spMkLst>
            <pc:docMk/>
            <pc:sldMk cId="1929066600" sldId="259"/>
            <ac:spMk id="6" creationId="{D86CA9B2-7949-B042-A109-8FFB9EC2624F}"/>
          </ac:spMkLst>
        </pc:spChg>
      </pc:sldChg>
      <pc:sldChg chg="modSp">
        <pc:chgData name="Jun Hong" userId="fae4f9bd-26d5-4760-9ac2-6f75f350beba" providerId="ADAL" clId="{7A4FCF34-F211-DD42-A2B3-D0F6836AF2B1}" dt="2020-09-18T11:41:33.129" v="727" actId="20577"/>
        <pc:sldMkLst>
          <pc:docMk/>
          <pc:sldMk cId="3571822915" sldId="260"/>
        </pc:sldMkLst>
        <pc:spChg chg="mod">
          <ac:chgData name="Jun Hong" userId="fae4f9bd-26d5-4760-9ac2-6f75f350beba" providerId="ADAL" clId="{7A4FCF34-F211-DD42-A2B3-D0F6836AF2B1}" dt="2020-09-18T11:41:33.129" v="727" actId="20577"/>
          <ac:spMkLst>
            <pc:docMk/>
            <pc:sldMk cId="3571822915" sldId="260"/>
            <ac:spMk id="4" creationId="{00000000-0000-0000-0000-000000000000}"/>
          </ac:spMkLst>
        </pc:spChg>
      </pc:sldChg>
      <pc:sldChg chg="modSp modNotesTx">
        <pc:chgData name="Jun Hong" userId="fae4f9bd-26d5-4760-9ac2-6f75f350beba" providerId="ADAL" clId="{7A4FCF34-F211-DD42-A2B3-D0F6836AF2B1}" dt="2020-09-18T13:07:39.163" v="1103" actId="114"/>
        <pc:sldMkLst>
          <pc:docMk/>
          <pc:sldMk cId="3184667604" sldId="267"/>
        </pc:sldMkLst>
        <pc:spChg chg="mod">
          <ac:chgData name="Jun Hong" userId="fae4f9bd-26d5-4760-9ac2-6f75f350beba" providerId="ADAL" clId="{7A4FCF34-F211-DD42-A2B3-D0F6836AF2B1}" dt="2020-09-18T13:07:39.163" v="1103" actId="114"/>
          <ac:spMkLst>
            <pc:docMk/>
            <pc:sldMk cId="3184667604" sldId="267"/>
            <ac:spMk id="4" creationId="{00000000-0000-0000-0000-000000000000}"/>
          </ac:spMkLst>
        </pc:spChg>
      </pc:sldChg>
      <pc:sldChg chg="modSp modNotesTx">
        <pc:chgData name="Jun Hong" userId="fae4f9bd-26d5-4760-9ac2-6f75f350beba" providerId="ADAL" clId="{7A4FCF34-F211-DD42-A2B3-D0F6836AF2B1}" dt="2020-09-18T14:39:26.394" v="2743" actId="20577"/>
        <pc:sldMkLst>
          <pc:docMk/>
          <pc:sldMk cId="809213728" sldId="270"/>
        </pc:sldMkLst>
        <pc:spChg chg="mod">
          <ac:chgData name="Jun Hong" userId="fae4f9bd-26d5-4760-9ac2-6f75f350beba" providerId="ADAL" clId="{7A4FCF34-F211-DD42-A2B3-D0F6836AF2B1}" dt="2020-09-18T14:39:26.394" v="2743" actId="20577"/>
          <ac:spMkLst>
            <pc:docMk/>
            <pc:sldMk cId="809213728" sldId="270"/>
            <ac:spMk id="4" creationId="{00000000-0000-0000-0000-000000000000}"/>
          </ac:spMkLst>
        </pc:spChg>
      </pc:sldChg>
      <pc:sldChg chg="modSp">
        <pc:chgData name="Jun Hong" userId="fae4f9bd-26d5-4760-9ac2-6f75f350beba" providerId="ADAL" clId="{7A4FCF34-F211-DD42-A2B3-D0F6836AF2B1}" dt="2020-09-18T14:39:17.799" v="2730" actId="20577"/>
        <pc:sldMkLst>
          <pc:docMk/>
          <pc:sldMk cId="4123236542" sldId="271"/>
        </pc:sldMkLst>
        <pc:spChg chg="mod">
          <ac:chgData name="Jun Hong" userId="fae4f9bd-26d5-4760-9ac2-6f75f350beba" providerId="ADAL" clId="{7A4FCF34-F211-DD42-A2B3-D0F6836AF2B1}" dt="2020-09-18T14:39:17.799" v="2730" actId="20577"/>
          <ac:spMkLst>
            <pc:docMk/>
            <pc:sldMk cId="4123236542" sldId="271"/>
            <ac:spMk id="5" creationId="{00000000-0000-0000-0000-000000000000}"/>
          </ac:spMkLst>
        </pc:spChg>
      </pc:sldChg>
      <pc:sldChg chg="modSp">
        <pc:chgData name="Jun Hong" userId="fae4f9bd-26d5-4760-9ac2-6f75f350beba" providerId="ADAL" clId="{7A4FCF34-F211-DD42-A2B3-D0F6836AF2B1}" dt="2020-09-18T13:15:17.351" v="1288" actId="20577"/>
        <pc:sldMkLst>
          <pc:docMk/>
          <pc:sldMk cId="4284165050" sldId="273"/>
        </pc:sldMkLst>
        <pc:spChg chg="mod">
          <ac:chgData name="Jun Hong" userId="fae4f9bd-26d5-4760-9ac2-6f75f350beba" providerId="ADAL" clId="{7A4FCF34-F211-DD42-A2B3-D0F6836AF2B1}" dt="2020-09-18T13:15:17.351" v="1288" actId="20577"/>
          <ac:spMkLst>
            <pc:docMk/>
            <pc:sldMk cId="4284165050" sldId="273"/>
            <ac:spMk id="3" creationId="{00000000-0000-0000-0000-000000000000}"/>
          </ac:spMkLst>
        </pc:spChg>
      </pc:sldChg>
      <pc:sldChg chg="modNotesTx">
        <pc:chgData name="Jun Hong" userId="fae4f9bd-26d5-4760-9ac2-6f75f350beba" providerId="ADAL" clId="{7A4FCF34-F211-DD42-A2B3-D0F6836AF2B1}" dt="2020-09-18T13:19:51.746" v="1333" actId="20577"/>
        <pc:sldMkLst>
          <pc:docMk/>
          <pc:sldMk cId="4218263050" sldId="274"/>
        </pc:sldMkLst>
      </pc:sldChg>
      <pc:sldChg chg="modSp del">
        <pc:chgData name="Jun Hong" userId="fae4f9bd-26d5-4760-9ac2-6f75f350beba" providerId="ADAL" clId="{7A4FCF34-F211-DD42-A2B3-D0F6836AF2B1}" dt="2020-09-18T13:49:57.785" v="1833" actId="2696"/>
        <pc:sldMkLst>
          <pc:docMk/>
          <pc:sldMk cId="1674370615" sldId="275"/>
        </pc:sldMkLst>
        <pc:spChg chg="mod">
          <ac:chgData name="Jun Hong" userId="fae4f9bd-26d5-4760-9ac2-6f75f350beba" providerId="ADAL" clId="{7A4FCF34-F211-DD42-A2B3-D0F6836AF2B1}" dt="2020-09-18T13:35:03.101" v="1438" actId="27636"/>
          <ac:spMkLst>
            <pc:docMk/>
            <pc:sldMk cId="1674370615" sldId="275"/>
            <ac:spMk id="2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3:38:45.025" v="1529" actId="20577"/>
          <ac:spMkLst>
            <pc:docMk/>
            <pc:sldMk cId="1674370615" sldId="275"/>
            <ac:spMk id="13" creationId="{00000000-0000-0000-0000-000000000000}"/>
          </ac:spMkLst>
        </pc:spChg>
      </pc:sldChg>
      <pc:sldChg chg="addSp delSp modSp modNotesTx">
        <pc:chgData name="Jun Hong" userId="fae4f9bd-26d5-4760-9ac2-6f75f350beba" providerId="ADAL" clId="{7A4FCF34-F211-DD42-A2B3-D0F6836AF2B1}" dt="2020-09-18T14:28:29.762" v="2653" actId="27636"/>
        <pc:sldMkLst>
          <pc:docMk/>
          <pc:sldMk cId="2030529250" sldId="276"/>
        </pc:sldMkLst>
        <pc:spChg chg="mod">
          <ac:chgData name="Jun Hong" userId="fae4f9bd-26d5-4760-9ac2-6f75f350beba" providerId="ADAL" clId="{7A4FCF34-F211-DD42-A2B3-D0F6836AF2B1}" dt="2020-09-18T13:36:09.631" v="1475" actId="20577"/>
          <ac:spMkLst>
            <pc:docMk/>
            <pc:sldMk cId="2030529250" sldId="276"/>
            <ac:spMk id="3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3:50:28.803" v="1835" actId="478"/>
          <ac:spMkLst>
            <pc:docMk/>
            <pc:sldMk cId="2030529250" sldId="276"/>
            <ac:spMk id="5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3:54:40.907" v="1848"/>
          <ac:spMkLst>
            <pc:docMk/>
            <pc:sldMk cId="2030529250" sldId="276"/>
            <ac:spMk id="8" creationId="{D9858F4F-6D90-8145-BE18-06F36FD05044}"/>
          </ac:spMkLst>
        </pc:spChg>
        <pc:spChg chg="add mod">
          <ac:chgData name="Jun Hong" userId="fae4f9bd-26d5-4760-9ac2-6f75f350beba" providerId="ADAL" clId="{7A4FCF34-F211-DD42-A2B3-D0F6836AF2B1}" dt="2020-09-18T13:54:53.400" v="1849" actId="1076"/>
          <ac:spMkLst>
            <pc:docMk/>
            <pc:sldMk cId="2030529250" sldId="276"/>
            <ac:spMk id="9" creationId="{3AACBC14-E8F5-6640-B05D-CE81C666BA09}"/>
          </ac:spMkLst>
        </pc:spChg>
        <pc:spChg chg="mod">
          <ac:chgData name="Jun Hong" userId="fae4f9bd-26d5-4760-9ac2-6f75f350beba" providerId="ADAL" clId="{7A4FCF34-F211-DD42-A2B3-D0F6836AF2B1}" dt="2020-09-18T13:51:48.127" v="1841" actId="14100"/>
          <ac:spMkLst>
            <pc:docMk/>
            <pc:sldMk cId="2030529250" sldId="276"/>
            <ac:spMk id="10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4:28:29.762" v="2653" actId="27636"/>
          <ac:spMkLst>
            <pc:docMk/>
            <pc:sldMk cId="2030529250" sldId="276"/>
            <ac:spMk id="11" creationId="{00000000-0000-0000-0000-000000000000}"/>
          </ac:spMkLst>
        </pc:spChg>
      </pc:sldChg>
      <pc:sldChg chg="addSp delSp modSp">
        <pc:chgData name="Jun Hong" userId="fae4f9bd-26d5-4760-9ac2-6f75f350beba" providerId="ADAL" clId="{7A4FCF34-F211-DD42-A2B3-D0F6836AF2B1}" dt="2020-09-18T14:29:32.370" v="2659" actId="20577"/>
        <pc:sldMkLst>
          <pc:docMk/>
          <pc:sldMk cId="796892833" sldId="278"/>
        </pc:sldMkLst>
        <pc:spChg chg="del">
          <ac:chgData name="Jun Hong" userId="fae4f9bd-26d5-4760-9ac2-6f75f350beba" providerId="ADAL" clId="{7A4FCF34-F211-DD42-A2B3-D0F6836AF2B1}" dt="2020-09-18T14:07:34.349" v="2214" actId="478"/>
          <ac:spMkLst>
            <pc:docMk/>
            <pc:sldMk cId="796892833" sldId="278"/>
            <ac:spMk id="6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4:10:02.939" v="2240" actId="14100"/>
          <ac:spMkLst>
            <pc:docMk/>
            <pc:sldMk cId="796892833" sldId="278"/>
            <ac:spMk id="8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4:29:32.370" v="2659" actId="20577"/>
          <ac:spMkLst>
            <pc:docMk/>
            <pc:sldMk cId="796892833" sldId="278"/>
            <ac:spMk id="9" creationId="{00000000-0000-0000-0000-000000000000}"/>
          </ac:spMkLst>
        </pc:spChg>
        <pc:spChg chg="add">
          <ac:chgData name="Jun Hong" userId="fae4f9bd-26d5-4760-9ac2-6f75f350beba" providerId="ADAL" clId="{7A4FCF34-F211-DD42-A2B3-D0F6836AF2B1}" dt="2020-09-18T14:09:44.965" v="2238"/>
          <ac:spMkLst>
            <pc:docMk/>
            <pc:sldMk cId="796892833" sldId="278"/>
            <ac:spMk id="10" creationId="{00D8D346-149F-DC4B-93AD-4D1C06F910C5}"/>
          </ac:spMkLst>
        </pc:spChg>
      </pc:sldChg>
      <pc:sldChg chg="addSp delSp modSp">
        <pc:chgData name="Jun Hong" userId="fae4f9bd-26d5-4760-9ac2-6f75f350beba" providerId="ADAL" clId="{7A4FCF34-F211-DD42-A2B3-D0F6836AF2B1}" dt="2020-09-18T14:29:44.620" v="2661" actId="20577"/>
        <pc:sldMkLst>
          <pc:docMk/>
          <pc:sldMk cId="412906023" sldId="279"/>
        </pc:sldMkLst>
        <pc:spChg chg="mod">
          <ac:chgData name="Jun Hong" userId="fae4f9bd-26d5-4760-9ac2-6f75f350beba" providerId="ADAL" clId="{7A4FCF34-F211-DD42-A2B3-D0F6836AF2B1}" dt="2020-09-18T14:17:59.271" v="2498" actId="20577"/>
          <ac:spMkLst>
            <pc:docMk/>
            <pc:sldMk cId="412906023" sldId="279"/>
            <ac:spMk id="7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4:20:53.876" v="2534" actId="478"/>
          <ac:spMkLst>
            <pc:docMk/>
            <pc:sldMk cId="412906023" sldId="279"/>
            <ac:spMk id="9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4:29:44.620" v="2661" actId="20577"/>
          <ac:spMkLst>
            <pc:docMk/>
            <pc:sldMk cId="412906023" sldId="279"/>
            <ac:spMk id="11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4:20:58.186" v="2535" actId="478"/>
          <ac:spMkLst>
            <pc:docMk/>
            <pc:sldMk cId="412906023" sldId="279"/>
            <ac:spMk id="12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4:22:17.319" v="2546" actId="14100"/>
          <ac:spMkLst>
            <pc:docMk/>
            <pc:sldMk cId="412906023" sldId="279"/>
            <ac:spMk id="13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4:21:00.851" v="2536" actId="478"/>
          <ac:spMkLst>
            <pc:docMk/>
            <pc:sldMk cId="412906023" sldId="279"/>
            <ac:spMk id="14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4:21:54.614" v="2542" actId="20577"/>
          <ac:spMkLst>
            <pc:docMk/>
            <pc:sldMk cId="412906023" sldId="279"/>
            <ac:spMk id="15" creationId="{04A8EA34-542A-CD47-ACD4-D7B6C8E5C1CB}"/>
          </ac:spMkLst>
        </pc:spChg>
      </pc:sldChg>
      <pc:sldChg chg="del">
        <pc:chgData name="Jun Hong" userId="fae4f9bd-26d5-4760-9ac2-6f75f350beba" providerId="ADAL" clId="{7A4FCF34-F211-DD42-A2B3-D0F6836AF2B1}" dt="2020-09-18T14:13:11.055" v="2389" actId="2696"/>
        <pc:sldMkLst>
          <pc:docMk/>
          <pc:sldMk cId="3605609739" sldId="280"/>
        </pc:sldMkLst>
      </pc:sldChg>
      <pc:sldChg chg="addSp delSp modSp">
        <pc:chgData name="Jun Hong" userId="fae4f9bd-26d5-4760-9ac2-6f75f350beba" providerId="ADAL" clId="{7A4FCF34-F211-DD42-A2B3-D0F6836AF2B1}" dt="2020-09-18T14:29:56.048" v="2662" actId="20577"/>
        <pc:sldMkLst>
          <pc:docMk/>
          <pc:sldMk cId="3169031383" sldId="281"/>
        </pc:sldMkLst>
        <pc:spChg chg="del">
          <ac:chgData name="Jun Hong" userId="fae4f9bd-26d5-4760-9ac2-6f75f350beba" providerId="ADAL" clId="{7A4FCF34-F211-DD42-A2B3-D0F6836AF2B1}" dt="2020-09-18T14:24:52.093" v="2593" actId="478"/>
          <ac:spMkLst>
            <pc:docMk/>
            <pc:sldMk cId="3169031383" sldId="281"/>
            <ac:spMk id="9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4:29:56.048" v="2662" actId="20577"/>
          <ac:spMkLst>
            <pc:docMk/>
            <pc:sldMk cId="3169031383" sldId="281"/>
            <ac:spMk id="11" creationId="{00000000-0000-0000-0000-000000000000}"/>
          </ac:spMkLst>
        </pc:spChg>
        <pc:spChg chg="del mod">
          <ac:chgData name="Jun Hong" userId="fae4f9bd-26d5-4760-9ac2-6f75f350beba" providerId="ADAL" clId="{7A4FCF34-F211-DD42-A2B3-D0F6836AF2B1}" dt="2020-09-18T14:27:08.343" v="2606" actId="478"/>
          <ac:spMkLst>
            <pc:docMk/>
            <pc:sldMk cId="3169031383" sldId="281"/>
            <ac:spMk id="12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4:25:55.004" v="2597" actId="1076"/>
          <ac:spMkLst>
            <pc:docMk/>
            <pc:sldMk cId="3169031383" sldId="281"/>
            <ac:spMk id="13" creationId="{A37DBC3E-E6FC-4643-BCCE-F31F78285D5B}"/>
          </ac:spMkLst>
        </pc:spChg>
        <pc:spChg chg="del">
          <ac:chgData name="Jun Hong" userId="fae4f9bd-26d5-4760-9ac2-6f75f350beba" providerId="ADAL" clId="{7A4FCF34-F211-DD42-A2B3-D0F6836AF2B1}" dt="2020-09-18T14:24:55.729" v="2594" actId="478"/>
          <ac:spMkLst>
            <pc:docMk/>
            <pc:sldMk cId="3169031383" sldId="281"/>
            <ac:spMk id="14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4:26:23.984" v="2601" actId="14100"/>
          <ac:spMkLst>
            <pc:docMk/>
            <pc:sldMk cId="3169031383" sldId="281"/>
            <ac:spMk id="15" creationId="{023BBCF2-5E38-8E47-828A-A42CECE36203}"/>
          </ac:spMkLst>
        </pc:spChg>
        <pc:spChg chg="add mod">
          <ac:chgData name="Jun Hong" userId="fae4f9bd-26d5-4760-9ac2-6f75f350beba" providerId="ADAL" clId="{7A4FCF34-F211-DD42-A2B3-D0F6836AF2B1}" dt="2020-09-18T14:26:52.998" v="2605" actId="14100"/>
          <ac:spMkLst>
            <pc:docMk/>
            <pc:sldMk cId="3169031383" sldId="281"/>
            <ac:spMk id="16" creationId="{C9CFD6B3-D5DF-054A-AA38-E94F9AE5ECAD}"/>
          </ac:spMkLst>
        </pc:spChg>
      </pc:sldChg>
      <pc:sldChg chg="addSp delSp modSp">
        <pc:chgData name="Jun Hong" userId="fae4f9bd-26d5-4760-9ac2-6f75f350beba" providerId="ADAL" clId="{7A4FCF34-F211-DD42-A2B3-D0F6836AF2B1}" dt="2020-09-18T14:42:28.233" v="2768" actId="20577"/>
        <pc:sldMkLst>
          <pc:docMk/>
          <pc:sldMk cId="3970748357" sldId="282"/>
        </pc:sldMkLst>
        <pc:spChg chg="del">
          <ac:chgData name="Jun Hong" userId="fae4f9bd-26d5-4760-9ac2-6f75f350beba" providerId="ADAL" clId="{7A4FCF34-F211-DD42-A2B3-D0F6836AF2B1}" dt="2020-09-18T14:33:26.724" v="2668" actId="478"/>
          <ac:spMkLst>
            <pc:docMk/>
            <pc:sldMk cId="3970748357" sldId="282"/>
            <ac:spMk id="10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4:42:28.233" v="2768" actId="20577"/>
          <ac:spMkLst>
            <pc:docMk/>
            <pc:sldMk cId="3970748357" sldId="282"/>
            <ac:spMk id="11" creationId="{FDF31D1A-1F0A-FC4A-A522-5C4CD65D5ADC}"/>
          </ac:spMkLst>
        </pc:spChg>
        <pc:spChg chg="mod">
          <ac:chgData name="Jun Hong" userId="fae4f9bd-26d5-4760-9ac2-6f75f350beba" providerId="ADAL" clId="{7A4FCF34-F211-DD42-A2B3-D0F6836AF2B1}" dt="2020-09-18T14:34:23.637" v="2680" actId="14100"/>
          <ac:spMkLst>
            <pc:docMk/>
            <pc:sldMk cId="3970748357" sldId="282"/>
            <ac:spMk id="12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4:33:31.686" v="2669" actId="478"/>
          <ac:spMkLst>
            <pc:docMk/>
            <pc:sldMk cId="3970748357" sldId="282"/>
            <ac:spMk id="13" creationId="{00000000-0000-0000-0000-000000000000}"/>
          </ac:spMkLst>
        </pc:spChg>
      </pc:sldChg>
      <pc:sldChg chg="addSp delSp modSp modNotesTx">
        <pc:chgData name="Jun Hong" userId="fae4f9bd-26d5-4760-9ac2-6f75f350beba" providerId="ADAL" clId="{7A4FCF34-F211-DD42-A2B3-D0F6836AF2B1}" dt="2020-09-18T15:03:29.335" v="3127" actId="207"/>
        <pc:sldMkLst>
          <pc:docMk/>
          <pc:sldMk cId="510781949" sldId="284"/>
        </pc:sldMkLst>
        <pc:spChg chg="mod">
          <ac:chgData name="Jun Hong" userId="fae4f9bd-26d5-4760-9ac2-6f75f350beba" providerId="ADAL" clId="{7A4FCF34-F211-DD42-A2B3-D0F6836AF2B1}" dt="2020-09-18T15:03:13.845" v="3126" actId="207"/>
          <ac:spMkLst>
            <pc:docMk/>
            <pc:sldMk cId="510781949" sldId="284"/>
            <ac:spMk id="9" creationId="{00000000-0000-0000-0000-000000000000}"/>
          </ac:spMkLst>
        </pc:spChg>
        <pc:spChg chg="add del mod">
          <ac:chgData name="Jun Hong" userId="fae4f9bd-26d5-4760-9ac2-6f75f350beba" providerId="ADAL" clId="{7A4FCF34-F211-DD42-A2B3-D0F6836AF2B1}" dt="2020-09-18T14:56:06.312" v="2977" actId="478"/>
          <ac:spMkLst>
            <pc:docMk/>
            <pc:sldMk cId="510781949" sldId="284"/>
            <ac:spMk id="11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00:36.572" v="3007" actId="14100"/>
          <ac:spMkLst>
            <pc:docMk/>
            <pc:sldMk cId="510781949" sldId="284"/>
            <ac:spMk id="12" creationId="{00000000-0000-0000-0000-000000000000}"/>
          </ac:spMkLst>
        </pc:spChg>
        <pc:spChg chg="add del mod">
          <ac:chgData name="Jun Hong" userId="fae4f9bd-26d5-4760-9ac2-6f75f350beba" providerId="ADAL" clId="{7A4FCF34-F211-DD42-A2B3-D0F6836AF2B1}" dt="2020-09-18T14:54:35.304" v="2974"/>
          <ac:spMkLst>
            <pc:docMk/>
            <pc:sldMk cId="510781949" sldId="284"/>
            <ac:spMk id="13" creationId="{D3E5F0EA-171B-834B-A26C-FE7059D96C7F}"/>
          </ac:spMkLst>
        </pc:spChg>
        <pc:spChg chg="mod">
          <ac:chgData name="Jun Hong" userId="fae4f9bd-26d5-4760-9ac2-6f75f350beba" providerId="ADAL" clId="{7A4FCF34-F211-DD42-A2B3-D0F6836AF2B1}" dt="2020-09-18T15:00:08.127" v="3004" actId="14100"/>
          <ac:spMkLst>
            <pc:docMk/>
            <pc:sldMk cId="510781949" sldId="284"/>
            <ac:spMk id="14" creationId="{00000000-0000-0000-0000-000000000000}"/>
          </ac:spMkLst>
        </pc:spChg>
        <pc:spChg chg="add del mod">
          <ac:chgData name="Jun Hong" userId="fae4f9bd-26d5-4760-9ac2-6f75f350beba" providerId="ADAL" clId="{7A4FCF34-F211-DD42-A2B3-D0F6836AF2B1}" dt="2020-09-18T14:59:43.006" v="3000" actId="478"/>
          <ac:spMkLst>
            <pc:docMk/>
            <pc:sldMk cId="510781949" sldId="284"/>
            <ac:spMk id="15" creationId="{726F6444-3F8A-3047-8D2D-490D3AD31FE9}"/>
          </ac:spMkLst>
        </pc:spChg>
        <pc:spChg chg="mod">
          <ac:chgData name="Jun Hong" userId="fae4f9bd-26d5-4760-9ac2-6f75f350beba" providerId="ADAL" clId="{7A4FCF34-F211-DD42-A2B3-D0F6836AF2B1}" dt="2020-09-18T15:03:29.335" v="3127" actId="207"/>
          <ac:spMkLst>
            <pc:docMk/>
            <pc:sldMk cId="510781949" sldId="284"/>
            <ac:spMk id="16" creationId="{00000000-0000-0000-0000-000000000000}"/>
          </ac:spMkLst>
        </pc:spChg>
        <pc:spChg chg="add del mod">
          <ac:chgData name="Jun Hong" userId="fae4f9bd-26d5-4760-9ac2-6f75f350beba" providerId="ADAL" clId="{7A4FCF34-F211-DD42-A2B3-D0F6836AF2B1}" dt="2020-09-18T15:01:19.349" v="3020" actId="478"/>
          <ac:spMkLst>
            <pc:docMk/>
            <pc:sldMk cId="510781949" sldId="284"/>
            <ac:spMk id="17" creationId="{289A01A4-D0A2-0944-B40F-AC68A80CD051}"/>
          </ac:spMkLst>
        </pc:spChg>
        <pc:spChg chg="add">
          <ac:chgData name="Jun Hong" userId="fae4f9bd-26d5-4760-9ac2-6f75f350beba" providerId="ADAL" clId="{7A4FCF34-F211-DD42-A2B3-D0F6836AF2B1}" dt="2020-09-18T14:59:50.651" v="3002"/>
          <ac:spMkLst>
            <pc:docMk/>
            <pc:sldMk cId="510781949" sldId="284"/>
            <ac:spMk id="18" creationId="{DC810279-A223-4249-9679-41EC454754B4}"/>
          </ac:spMkLst>
        </pc:spChg>
      </pc:sldChg>
      <pc:sldChg chg="addSp delSp modSp">
        <pc:chgData name="Jun Hong" userId="fae4f9bd-26d5-4760-9ac2-6f75f350beba" providerId="ADAL" clId="{7A4FCF34-F211-DD42-A2B3-D0F6836AF2B1}" dt="2020-09-18T15:13:07.469" v="3175" actId="113"/>
        <pc:sldMkLst>
          <pc:docMk/>
          <pc:sldMk cId="3805414975" sldId="285"/>
        </pc:sldMkLst>
        <pc:spChg chg="del">
          <ac:chgData name="Jun Hong" userId="fae4f9bd-26d5-4760-9ac2-6f75f350beba" providerId="ADAL" clId="{7A4FCF34-F211-DD42-A2B3-D0F6836AF2B1}" dt="2020-09-18T15:08:45.352" v="3157" actId="478"/>
          <ac:spMkLst>
            <pc:docMk/>
            <pc:sldMk cId="3805414975" sldId="285"/>
            <ac:spMk id="12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12:45.596" v="3174" actId="14100"/>
          <ac:spMkLst>
            <pc:docMk/>
            <pc:sldMk cId="3805414975" sldId="285"/>
            <ac:spMk id="13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11:01.275" v="3167" actId="1076"/>
          <ac:spMkLst>
            <pc:docMk/>
            <pc:sldMk cId="3805414975" sldId="285"/>
            <ac:spMk id="15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13:07.469" v="3175" actId="113"/>
          <ac:spMkLst>
            <pc:docMk/>
            <pc:sldMk cId="3805414975" sldId="285"/>
            <ac:spMk id="16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11:57.175" v="3172" actId="14100"/>
          <ac:spMkLst>
            <pc:docMk/>
            <pc:sldMk cId="3805414975" sldId="285"/>
            <ac:spMk id="18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11:47.794" v="3171" actId="14100"/>
          <ac:spMkLst>
            <pc:docMk/>
            <pc:sldMk cId="3805414975" sldId="285"/>
            <ac:spMk id="19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5:10:31.769" v="3166"/>
          <ac:spMkLst>
            <pc:docMk/>
            <pc:sldMk cId="3805414975" sldId="285"/>
            <ac:spMk id="20" creationId="{F427A9E1-15E6-C64B-BA54-3EAB80299D7E}"/>
          </ac:spMkLst>
        </pc:spChg>
      </pc:sldChg>
      <pc:sldChg chg="modNotesTx">
        <pc:chgData name="Jun Hong" userId="fae4f9bd-26d5-4760-9ac2-6f75f350beba" providerId="ADAL" clId="{7A4FCF34-F211-DD42-A2B3-D0F6836AF2B1}" dt="2020-09-18T15:03:45.848" v="3152" actId="20577"/>
        <pc:sldMkLst>
          <pc:docMk/>
          <pc:sldMk cId="2203978610" sldId="286"/>
        </pc:sldMkLst>
      </pc:sldChg>
      <pc:sldChg chg="modNotesTx">
        <pc:chgData name="Jun Hong" userId="fae4f9bd-26d5-4760-9ac2-6f75f350beba" providerId="ADAL" clId="{7A4FCF34-F211-DD42-A2B3-D0F6836AF2B1}" dt="2020-09-18T15:13:31.329" v="3193" actId="20577"/>
        <pc:sldMkLst>
          <pc:docMk/>
          <pc:sldMk cId="4179041406" sldId="287"/>
        </pc:sldMkLst>
      </pc:sldChg>
      <pc:sldChg chg="addSp delSp modSp">
        <pc:chgData name="Jun Hong" userId="fae4f9bd-26d5-4760-9ac2-6f75f350beba" providerId="ADAL" clId="{7A4FCF34-F211-DD42-A2B3-D0F6836AF2B1}" dt="2020-09-18T15:27:58.592" v="3261" actId="14100"/>
        <pc:sldMkLst>
          <pc:docMk/>
          <pc:sldMk cId="2937501275" sldId="288"/>
        </pc:sldMkLst>
        <pc:spChg chg="mod">
          <ac:chgData name="Jun Hong" userId="fae4f9bd-26d5-4760-9ac2-6f75f350beba" providerId="ADAL" clId="{7A4FCF34-F211-DD42-A2B3-D0F6836AF2B1}" dt="2020-09-18T15:13:45.467" v="3199" actId="20577"/>
          <ac:spMkLst>
            <pc:docMk/>
            <pc:sldMk cId="2937501275" sldId="288"/>
            <ac:spMk id="11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5:20:09.336" v="3200" actId="478"/>
          <ac:spMkLst>
            <pc:docMk/>
            <pc:sldMk cId="2937501275" sldId="288"/>
            <ac:spMk id="13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27:42.074" v="3259" actId="14100"/>
          <ac:spMkLst>
            <pc:docMk/>
            <pc:sldMk cId="2937501275" sldId="288"/>
            <ac:spMk id="14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5:27:18.056" v="3256" actId="20577"/>
          <ac:spMkLst>
            <pc:docMk/>
            <pc:sldMk cId="2937501275" sldId="288"/>
            <ac:spMk id="15" creationId="{73BBA822-608C-524C-A18A-A89F624DA197}"/>
          </ac:spMkLst>
        </pc:spChg>
        <pc:spChg chg="del">
          <ac:chgData name="Jun Hong" userId="fae4f9bd-26d5-4760-9ac2-6f75f350beba" providerId="ADAL" clId="{7A4FCF34-F211-DD42-A2B3-D0F6836AF2B1}" dt="2020-09-18T15:22:06.836" v="3211" actId="478"/>
          <ac:spMkLst>
            <pc:docMk/>
            <pc:sldMk cId="2937501275" sldId="288"/>
            <ac:spMk id="17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27:58.592" v="3261" actId="14100"/>
          <ac:spMkLst>
            <pc:docMk/>
            <pc:sldMk cId="2937501275" sldId="288"/>
            <ac:spMk id="18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27:49.803" v="3260" actId="1076"/>
          <ac:spMkLst>
            <pc:docMk/>
            <pc:sldMk cId="2937501275" sldId="288"/>
            <ac:spMk id="19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27:34.492" v="3258" actId="14100"/>
          <ac:spMkLst>
            <pc:docMk/>
            <pc:sldMk cId="2937501275" sldId="288"/>
            <ac:spMk id="20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27:01.157" v="3253" actId="1076"/>
          <ac:spMkLst>
            <pc:docMk/>
            <pc:sldMk cId="2937501275" sldId="288"/>
            <ac:spMk id="21" creationId="{00000000-0000-0000-0000-000000000000}"/>
          </ac:spMkLst>
        </pc:spChg>
      </pc:sldChg>
      <pc:sldChg chg="addSp delSp modSp">
        <pc:chgData name="Jun Hong" userId="fae4f9bd-26d5-4760-9ac2-6f75f350beba" providerId="ADAL" clId="{7A4FCF34-F211-DD42-A2B3-D0F6836AF2B1}" dt="2020-09-18T15:40:43.406" v="3270"/>
        <pc:sldMkLst>
          <pc:docMk/>
          <pc:sldMk cId="1333790615" sldId="289"/>
        </pc:sldMkLst>
        <pc:spChg chg="del mod">
          <ac:chgData name="Jun Hong" userId="fae4f9bd-26d5-4760-9ac2-6f75f350beba" providerId="ADAL" clId="{7A4FCF34-F211-DD42-A2B3-D0F6836AF2B1}" dt="2020-09-18T15:40:17.764" v="3269" actId="478"/>
          <ac:spMkLst>
            <pc:docMk/>
            <pc:sldMk cId="1333790615" sldId="289"/>
            <ac:spMk id="14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38:34.460" v="3263" actId="1076"/>
          <ac:spMkLst>
            <pc:docMk/>
            <pc:sldMk cId="1333790615" sldId="289"/>
            <ac:spMk id="19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5:39:56.198" v="3265" actId="478"/>
          <ac:spMkLst>
            <pc:docMk/>
            <pc:sldMk cId="1333790615" sldId="289"/>
            <ac:spMk id="25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40:08.877" v="3267" actId="1076"/>
          <ac:spMkLst>
            <pc:docMk/>
            <pc:sldMk cId="1333790615" sldId="289"/>
            <ac:spMk id="26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5:39:53.589" v="3264" actId="478"/>
          <ac:spMkLst>
            <pc:docMk/>
            <pc:sldMk cId="1333790615" sldId="289"/>
            <ac:spMk id="27" creationId="{C6EA66D1-AA93-E64A-B9FE-6E69533B00DC}"/>
          </ac:spMkLst>
        </pc:spChg>
        <pc:spChg chg="del">
          <ac:chgData name="Jun Hong" userId="fae4f9bd-26d5-4760-9ac2-6f75f350beba" providerId="ADAL" clId="{7A4FCF34-F211-DD42-A2B3-D0F6836AF2B1}" dt="2020-09-18T15:40:05.097" v="3266" actId="478"/>
          <ac:spMkLst>
            <pc:docMk/>
            <pc:sldMk cId="1333790615" sldId="289"/>
            <ac:spMk id="29" creationId="{CA25914A-AA78-904E-AB0A-52BF2AEE75CA}"/>
          </ac:spMkLst>
        </pc:spChg>
        <pc:spChg chg="add">
          <ac:chgData name="Jun Hong" userId="fae4f9bd-26d5-4760-9ac2-6f75f350beba" providerId="ADAL" clId="{7A4FCF34-F211-DD42-A2B3-D0F6836AF2B1}" dt="2020-09-18T15:40:43.406" v="3270"/>
          <ac:spMkLst>
            <pc:docMk/>
            <pc:sldMk cId="1333790615" sldId="289"/>
            <ac:spMk id="30" creationId="{D7530849-9229-0C4E-828D-F372A72C4A5F}"/>
          </ac:spMkLst>
        </pc:spChg>
      </pc:sldChg>
      <pc:sldChg chg="modNotesTx">
        <pc:chgData name="Jun Hong" userId="fae4f9bd-26d5-4760-9ac2-6f75f350beba" providerId="ADAL" clId="{7A4FCF34-F211-DD42-A2B3-D0F6836AF2B1}" dt="2020-09-18T13:06:26.522" v="1102" actId="20577"/>
        <pc:sldMkLst>
          <pc:docMk/>
          <pc:sldMk cId="317510852" sldId="294"/>
        </pc:sldMkLst>
      </pc:sldChg>
      <pc:sldChg chg="modSp">
        <pc:chgData name="Jun Hong" userId="fae4f9bd-26d5-4760-9ac2-6f75f350beba" providerId="ADAL" clId="{7A4FCF34-F211-DD42-A2B3-D0F6836AF2B1}" dt="2020-09-18T11:44:14.324" v="764" actId="20577"/>
        <pc:sldMkLst>
          <pc:docMk/>
          <pc:sldMk cId="2590010662" sldId="295"/>
        </pc:sldMkLst>
        <pc:spChg chg="mod">
          <ac:chgData name="Jun Hong" userId="fae4f9bd-26d5-4760-9ac2-6f75f350beba" providerId="ADAL" clId="{7A4FCF34-F211-DD42-A2B3-D0F6836AF2B1}" dt="2020-09-18T11:44:14.324" v="764" actId="20577"/>
          <ac:spMkLst>
            <pc:docMk/>
            <pc:sldMk cId="2590010662" sldId="295"/>
            <ac:spMk id="6" creationId="{00000000-0000-0000-0000-000000000000}"/>
          </ac:spMkLst>
        </pc:spChg>
      </pc:sldChg>
      <pc:sldChg chg="modSp">
        <pc:chgData name="Jun Hong" userId="fae4f9bd-26d5-4760-9ac2-6f75f350beba" providerId="ADAL" clId="{7A4FCF34-F211-DD42-A2B3-D0F6836AF2B1}" dt="2020-09-18T11:23:30.042" v="291" actId="20577"/>
        <pc:sldMkLst>
          <pc:docMk/>
          <pc:sldMk cId="221033782" sldId="299"/>
        </pc:sldMkLst>
        <pc:spChg chg="mod">
          <ac:chgData name="Jun Hong" userId="fae4f9bd-26d5-4760-9ac2-6f75f350beba" providerId="ADAL" clId="{7A4FCF34-F211-DD42-A2B3-D0F6836AF2B1}" dt="2020-09-18T11:23:30.042" v="291" actId="20577"/>
          <ac:spMkLst>
            <pc:docMk/>
            <pc:sldMk cId="221033782" sldId="299"/>
            <ac:spMk id="4" creationId="{00000000-0000-0000-0000-000000000000}"/>
          </ac:spMkLst>
        </pc:spChg>
      </pc:sldChg>
      <pc:sldChg chg="modSp">
        <pc:chgData name="Jun Hong" userId="fae4f9bd-26d5-4760-9ac2-6f75f350beba" providerId="ADAL" clId="{7A4FCF34-F211-DD42-A2B3-D0F6836AF2B1}" dt="2020-09-18T11:32:16.115" v="408" actId="20577"/>
        <pc:sldMkLst>
          <pc:docMk/>
          <pc:sldMk cId="2556638438" sldId="300"/>
        </pc:sldMkLst>
        <pc:spChg chg="mod">
          <ac:chgData name="Jun Hong" userId="fae4f9bd-26d5-4760-9ac2-6f75f350beba" providerId="ADAL" clId="{7A4FCF34-F211-DD42-A2B3-D0F6836AF2B1}" dt="2020-09-18T11:32:16.115" v="408" actId="20577"/>
          <ac:spMkLst>
            <pc:docMk/>
            <pc:sldMk cId="2556638438" sldId="300"/>
            <ac:spMk id="5" creationId="{00000000-0000-0000-0000-000000000000}"/>
          </ac:spMkLst>
        </pc:spChg>
      </pc:sldChg>
      <pc:sldChg chg="modSp">
        <pc:chgData name="Jun Hong" userId="fae4f9bd-26d5-4760-9ac2-6f75f350beba" providerId="ADAL" clId="{7A4FCF34-F211-DD42-A2B3-D0F6836AF2B1}" dt="2020-09-17T17:19:10.208" v="25" actId="20577"/>
        <pc:sldMkLst>
          <pc:docMk/>
          <pc:sldMk cId="3099730434" sldId="303"/>
        </pc:sldMkLst>
        <pc:spChg chg="mod">
          <ac:chgData name="Jun Hong" userId="fae4f9bd-26d5-4760-9ac2-6f75f350beba" providerId="ADAL" clId="{7A4FCF34-F211-DD42-A2B3-D0F6836AF2B1}" dt="2020-09-17T17:19:10.208" v="25" actId="20577"/>
          <ac:spMkLst>
            <pc:docMk/>
            <pc:sldMk cId="3099730434" sldId="303"/>
            <ac:spMk id="9" creationId="{34F9D134-5DE6-BB42-B298-9435459808F0}"/>
          </ac:spMkLst>
        </pc:spChg>
      </pc:sldChg>
      <pc:sldChg chg="addSp delSp modSp">
        <pc:chgData name="Jun Hong" userId="fae4f9bd-26d5-4760-9ac2-6f75f350beba" providerId="ADAL" clId="{7A4FCF34-F211-DD42-A2B3-D0F6836AF2B1}" dt="2020-09-18T10:10:11.212" v="207" actId="27636"/>
        <pc:sldMkLst>
          <pc:docMk/>
          <pc:sldMk cId="2639481726" sldId="304"/>
        </pc:sldMkLst>
        <pc:spChg chg="add mod">
          <ac:chgData name="Jun Hong" userId="fae4f9bd-26d5-4760-9ac2-6f75f350beba" providerId="ADAL" clId="{7A4FCF34-F211-DD42-A2B3-D0F6836AF2B1}" dt="2020-09-18T10:10:11.212" v="207" actId="27636"/>
          <ac:spMkLst>
            <pc:docMk/>
            <pc:sldMk cId="2639481726" sldId="304"/>
            <ac:spMk id="9" creationId="{992D2A67-82A4-BE49-AB6D-FE9EB57F9AD8}"/>
          </ac:spMkLst>
        </pc:spChg>
        <pc:spChg chg="del">
          <ac:chgData name="Jun Hong" userId="fae4f9bd-26d5-4760-9ac2-6f75f350beba" providerId="ADAL" clId="{7A4FCF34-F211-DD42-A2B3-D0F6836AF2B1}" dt="2020-09-18T10:03:01.102" v="89" actId="478"/>
          <ac:spMkLst>
            <pc:docMk/>
            <pc:sldMk cId="2639481726" sldId="304"/>
            <ac:spMk id="10" creationId="{E28C22F0-5E7B-6742-8375-5BBC7C5A44BE}"/>
          </ac:spMkLst>
        </pc:spChg>
      </pc:sldChg>
      <pc:sldChg chg="addSp delSp modSp modNotesTx">
        <pc:chgData name="Jun Hong" userId="fae4f9bd-26d5-4760-9ac2-6f75f350beba" providerId="ADAL" clId="{7A4FCF34-F211-DD42-A2B3-D0F6836AF2B1}" dt="2020-09-18T10:09:36.240" v="204" actId="20577"/>
        <pc:sldMkLst>
          <pc:docMk/>
          <pc:sldMk cId="1832874201" sldId="305"/>
        </pc:sldMkLst>
        <pc:spChg chg="mod">
          <ac:chgData name="Jun Hong" userId="fae4f9bd-26d5-4760-9ac2-6f75f350beba" providerId="ADAL" clId="{7A4FCF34-F211-DD42-A2B3-D0F6836AF2B1}" dt="2020-09-18T10:07:24.355" v="146" actId="27636"/>
          <ac:spMkLst>
            <pc:docMk/>
            <pc:sldMk cId="1832874201" sldId="305"/>
            <ac:spMk id="8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0:09:36.240" v="204" actId="20577"/>
          <ac:spMkLst>
            <pc:docMk/>
            <pc:sldMk cId="1832874201" sldId="305"/>
            <ac:spMk id="10" creationId="{2EF85534-635B-D142-8487-77CF614E14ED}"/>
          </ac:spMkLst>
        </pc:spChg>
        <pc:spChg chg="del">
          <ac:chgData name="Jun Hong" userId="fae4f9bd-26d5-4760-9ac2-6f75f350beba" providerId="ADAL" clId="{7A4FCF34-F211-DD42-A2B3-D0F6836AF2B1}" dt="2020-09-18T10:05:34.805" v="123" actId="478"/>
          <ac:spMkLst>
            <pc:docMk/>
            <pc:sldMk cId="1832874201" sldId="305"/>
            <ac:spMk id="11" creationId="{D4BB823F-CC4D-3542-A3A0-30384BBB850F}"/>
          </ac:spMkLst>
        </pc:spChg>
      </pc:sldChg>
      <pc:sldChg chg="modSp">
        <pc:chgData name="Jun Hong" userId="fae4f9bd-26d5-4760-9ac2-6f75f350beba" providerId="ADAL" clId="{7A4FCF34-F211-DD42-A2B3-D0F6836AF2B1}" dt="2020-09-18T09:24:58.595" v="87" actId="20577"/>
        <pc:sldMkLst>
          <pc:docMk/>
          <pc:sldMk cId="1297109969" sldId="306"/>
        </pc:sldMkLst>
        <pc:spChg chg="mod">
          <ac:chgData name="Jun Hong" userId="fae4f9bd-26d5-4760-9ac2-6f75f350beba" providerId="ADAL" clId="{7A4FCF34-F211-DD42-A2B3-D0F6836AF2B1}" dt="2020-09-18T09:24:58.595" v="87" actId="20577"/>
          <ac:spMkLst>
            <pc:docMk/>
            <pc:sldMk cId="1297109969" sldId="306"/>
            <ac:spMk id="10" creationId="{B672FF90-230C-AD41-B643-28F19A461924}"/>
          </ac:spMkLst>
        </pc:spChg>
      </pc:sldChg>
      <pc:sldChg chg="modSp">
        <pc:chgData name="Jun Hong" userId="fae4f9bd-26d5-4760-9ac2-6f75f350beba" providerId="ADAL" clId="{7A4FCF34-F211-DD42-A2B3-D0F6836AF2B1}" dt="2020-09-18T14:52:02.761" v="2947" actId="20577"/>
        <pc:sldMkLst>
          <pc:docMk/>
          <pc:sldMk cId="3748370740" sldId="311"/>
        </pc:sldMkLst>
        <pc:spChg chg="mod">
          <ac:chgData name="Jun Hong" userId="fae4f9bd-26d5-4760-9ac2-6f75f350beba" providerId="ADAL" clId="{7A4FCF34-F211-DD42-A2B3-D0F6836AF2B1}" dt="2020-09-18T14:52:02.761" v="2947" actId="20577"/>
          <ac:spMkLst>
            <pc:docMk/>
            <pc:sldMk cId="3748370740" sldId="311"/>
            <ac:spMk id="12" creationId="{925F5563-C166-0046-902A-BD0057547299}"/>
          </ac:spMkLst>
        </pc:spChg>
        <pc:spChg chg="mod">
          <ac:chgData name="Jun Hong" userId="fae4f9bd-26d5-4760-9ac2-6f75f350beba" providerId="ADAL" clId="{7A4FCF34-F211-DD42-A2B3-D0F6836AF2B1}" dt="2020-09-18T14:48:43.217" v="2925" actId="1076"/>
          <ac:spMkLst>
            <pc:docMk/>
            <pc:sldMk cId="3748370740" sldId="311"/>
            <ac:spMk id="18" creationId="{2E6CDF1E-3C99-474D-8A3B-0D3E2AF7E413}"/>
          </ac:spMkLst>
        </pc:spChg>
      </pc:sldChg>
      <pc:sldChg chg="addSp delSp modSp add modNotesTx">
        <pc:chgData name="Jun Hong" userId="fae4f9bd-26d5-4760-9ac2-6f75f350beba" providerId="ADAL" clId="{7A4FCF34-F211-DD42-A2B3-D0F6836AF2B1}" dt="2020-09-18T15:05:29.495" v="3154" actId="27636"/>
        <pc:sldMkLst>
          <pc:docMk/>
          <pc:sldMk cId="2190372254" sldId="312"/>
        </pc:sldMkLst>
        <pc:spChg chg="mod">
          <ac:chgData name="Jun Hong" userId="fae4f9bd-26d5-4760-9ac2-6f75f350beba" providerId="ADAL" clId="{7A4FCF34-F211-DD42-A2B3-D0F6836AF2B1}" dt="2020-09-18T13:40:48.414" v="1594" actId="20577"/>
          <ac:spMkLst>
            <pc:docMk/>
            <pc:sldMk cId="2190372254" sldId="312"/>
            <ac:spMk id="3" creationId="{00000000-0000-0000-0000-000000000000}"/>
          </ac:spMkLst>
        </pc:spChg>
        <pc:spChg chg="del">
          <ac:chgData name="Jun Hong" userId="fae4f9bd-26d5-4760-9ac2-6f75f350beba" providerId="ADAL" clId="{7A4FCF34-F211-DD42-A2B3-D0F6836AF2B1}" dt="2020-09-18T13:44:19.980" v="1623" actId="478"/>
          <ac:spMkLst>
            <pc:docMk/>
            <pc:sldMk cId="2190372254" sldId="312"/>
            <ac:spMk id="5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4:00:36.129" v="1965" actId="1076"/>
          <ac:spMkLst>
            <pc:docMk/>
            <pc:sldMk cId="2190372254" sldId="312"/>
            <ac:spMk id="8" creationId="{559B9344-AC7B-7945-A4A6-D273D2AD407F}"/>
          </ac:spMkLst>
        </pc:spChg>
        <pc:spChg chg="add del">
          <ac:chgData name="Jun Hong" userId="fae4f9bd-26d5-4760-9ac2-6f75f350beba" providerId="ADAL" clId="{7A4FCF34-F211-DD42-A2B3-D0F6836AF2B1}" dt="2020-09-18T14:01:55.876" v="2028"/>
          <ac:spMkLst>
            <pc:docMk/>
            <pc:sldMk cId="2190372254" sldId="312"/>
            <ac:spMk id="9" creationId="{16F46B17-C11E-E94B-9174-9F76C67D4940}"/>
          </ac:spMkLst>
        </pc:spChg>
        <pc:spChg chg="del">
          <ac:chgData name="Jun Hong" userId="fae4f9bd-26d5-4760-9ac2-6f75f350beba" providerId="ADAL" clId="{7A4FCF34-F211-DD42-A2B3-D0F6836AF2B1}" dt="2020-09-18T13:44:24.335" v="1624" actId="478"/>
          <ac:spMkLst>
            <pc:docMk/>
            <pc:sldMk cId="2190372254" sldId="312"/>
            <ac:spMk id="10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18T15:05:29.495" v="3154" actId="27636"/>
          <ac:spMkLst>
            <pc:docMk/>
            <pc:sldMk cId="2190372254" sldId="312"/>
            <ac:spMk id="11" creationId="{00000000-0000-0000-0000-000000000000}"/>
          </ac:spMkLst>
        </pc:spChg>
        <pc:spChg chg="add mod">
          <ac:chgData name="Jun Hong" userId="fae4f9bd-26d5-4760-9ac2-6f75f350beba" providerId="ADAL" clId="{7A4FCF34-F211-DD42-A2B3-D0F6836AF2B1}" dt="2020-09-18T14:07:51.190" v="2215" actId="14100"/>
          <ac:spMkLst>
            <pc:docMk/>
            <pc:sldMk cId="2190372254" sldId="312"/>
            <ac:spMk id="12" creationId="{F83EBCA7-5417-0F4C-966B-AD15224F59FF}"/>
          </ac:spMkLst>
        </pc:spChg>
      </pc:sldChg>
      <pc:sldChg chg="add">
        <pc:chgData name="Jun Hong" userId="fae4f9bd-26d5-4760-9ac2-6f75f350beba" providerId="ADAL" clId="{7A4FCF34-F211-DD42-A2B3-D0F6836AF2B1}" dt="2020-09-18T15:38:07.221" v="3262"/>
        <pc:sldMkLst>
          <pc:docMk/>
          <pc:sldMk cId="1049499695" sldId="313"/>
        </pc:sldMkLst>
      </pc:sldChg>
      <pc:sldChg chg="add">
        <pc:chgData name="Jun Hong" userId="fae4f9bd-26d5-4760-9ac2-6f75f350beba" providerId="ADAL" clId="{7A4FCF34-F211-DD42-A2B3-D0F6836AF2B1}" dt="2020-09-21T11:54:08.531" v="3271"/>
        <pc:sldMkLst>
          <pc:docMk/>
          <pc:sldMk cId="2108850161" sldId="314"/>
        </pc:sldMkLst>
      </pc:sldChg>
      <pc:sldChg chg="modSp add">
        <pc:chgData name="Jun Hong" userId="fae4f9bd-26d5-4760-9ac2-6f75f350beba" providerId="ADAL" clId="{7A4FCF34-F211-DD42-A2B3-D0F6836AF2B1}" dt="2020-09-21T12:15:50.282" v="4386" actId="313"/>
        <pc:sldMkLst>
          <pc:docMk/>
          <pc:sldMk cId="214762912" sldId="315"/>
        </pc:sldMkLst>
        <pc:spChg chg="mod">
          <ac:chgData name="Jun Hong" userId="fae4f9bd-26d5-4760-9ac2-6f75f350beba" providerId="ADAL" clId="{7A4FCF34-F211-DD42-A2B3-D0F6836AF2B1}" dt="2020-09-21T11:57:34.458" v="3424" actId="20577"/>
          <ac:spMkLst>
            <pc:docMk/>
            <pc:sldMk cId="214762912" sldId="315"/>
            <ac:spMk id="4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21T12:15:50.282" v="4386" actId="313"/>
          <ac:spMkLst>
            <pc:docMk/>
            <pc:sldMk cId="214762912" sldId="315"/>
            <ac:spMk id="5" creationId="{00000000-0000-0000-0000-000000000000}"/>
          </ac:spMkLst>
        </pc:spChg>
      </pc:sldChg>
      <pc:sldChg chg="add del">
        <pc:chgData name="Jun Hong" userId="fae4f9bd-26d5-4760-9ac2-6f75f350beba" providerId="ADAL" clId="{7A4FCF34-F211-DD42-A2B3-D0F6836AF2B1}" dt="2020-09-21T12:00:18.501" v="3567" actId="2696"/>
        <pc:sldMkLst>
          <pc:docMk/>
          <pc:sldMk cId="241535303" sldId="316"/>
        </pc:sldMkLst>
      </pc:sldChg>
      <pc:sldChg chg="add del">
        <pc:chgData name="Jun Hong" userId="fae4f9bd-26d5-4760-9ac2-6f75f350beba" providerId="ADAL" clId="{7A4FCF34-F211-DD42-A2B3-D0F6836AF2B1}" dt="2020-09-21T11:57:02.812" v="3381" actId="2696"/>
        <pc:sldMkLst>
          <pc:docMk/>
          <pc:sldMk cId="1207041578" sldId="316"/>
        </pc:sldMkLst>
      </pc:sldChg>
      <pc:sldChg chg="modSp add">
        <pc:chgData name="Jun Hong" userId="fae4f9bd-26d5-4760-9ac2-6f75f350beba" providerId="ADAL" clId="{7A4FCF34-F211-DD42-A2B3-D0F6836AF2B1}" dt="2020-09-21T12:22:16.351" v="4612" actId="20577"/>
        <pc:sldMkLst>
          <pc:docMk/>
          <pc:sldMk cId="79967637" sldId="317"/>
        </pc:sldMkLst>
        <pc:spChg chg="mod">
          <ac:chgData name="Jun Hong" userId="fae4f9bd-26d5-4760-9ac2-6f75f350beba" providerId="ADAL" clId="{7A4FCF34-F211-DD42-A2B3-D0F6836AF2B1}" dt="2020-09-21T12:22:10.412" v="4600" actId="20577"/>
          <ac:spMkLst>
            <pc:docMk/>
            <pc:sldMk cId="79967637" sldId="317"/>
            <ac:spMk id="2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21T12:22:16.351" v="4612" actId="20577"/>
          <ac:spMkLst>
            <pc:docMk/>
            <pc:sldMk cId="79967637" sldId="317"/>
            <ac:spMk id="3" creationId="{00000000-0000-0000-0000-000000000000}"/>
          </ac:spMkLst>
        </pc:spChg>
      </pc:sldChg>
      <pc:sldChg chg="add del">
        <pc:chgData name="Jun Hong" userId="fae4f9bd-26d5-4760-9ac2-6f75f350beba" providerId="ADAL" clId="{7A4FCF34-F211-DD42-A2B3-D0F6836AF2B1}" dt="2020-09-21T12:01:19.273" v="3571" actId="2696"/>
        <pc:sldMkLst>
          <pc:docMk/>
          <pc:sldMk cId="1415543857" sldId="318"/>
        </pc:sldMkLst>
      </pc:sldChg>
      <pc:sldChg chg="modSp add">
        <pc:chgData name="Jun Hong" userId="fae4f9bd-26d5-4760-9ac2-6f75f350beba" providerId="ADAL" clId="{7A4FCF34-F211-DD42-A2B3-D0F6836AF2B1}" dt="2020-09-21T12:19:49.776" v="4524" actId="20577"/>
        <pc:sldMkLst>
          <pc:docMk/>
          <pc:sldMk cId="3657569000" sldId="319"/>
        </pc:sldMkLst>
        <pc:spChg chg="mod">
          <ac:chgData name="Jun Hong" userId="fae4f9bd-26d5-4760-9ac2-6f75f350beba" providerId="ADAL" clId="{7A4FCF34-F211-DD42-A2B3-D0F6836AF2B1}" dt="2020-09-21T12:19:49.776" v="4524" actId="20577"/>
          <ac:spMkLst>
            <pc:docMk/>
            <pc:sldMk cId="3657569000" sldId="319"/>
            <ac:spMk id="4" creationId="{00000000-0000-0000-0000-000000000000}"/>
          </ac:spMkLst>
        </pc:spChg>
      </pc:sldChg>
      <pc:sldChg chg="add">
        <pc:chgData name="Jun Hong" userId="fae4f9bd-26d5-4760-9ac2-6f75f350beba" providerId="ADAL" clId="{7A4FCF34-F211-DD42-A2B3-D0F6836AF2B1}" dt="2020-09-21T12:01:08.995" v="3570"/>
        <pc:sldMkLst>
          <pc:docMk/>
          <pc:sldMk cId="1855028650" sldId="320"/>
        </pc:sldMkLst>
      </pc:sldChg>
      <pc:sldChg chg="add">
        <pc:chgData name="Jun Hong" userId="fae4f9bd-26d5-4760-9ac2-6f75f350beba" providerId="ADAL" clId="{7A4FCF34-F211-DD42-A2B3-D0F6836AF2B1}" dt="2020-09-21T12:02:07.642" v="3572"/>
        <pc:sldMkLst>
          <pc:docMk/>
          <pc:sldMk cId="112461056" sldId="321"/>
        </pc:sldMkLst>
      </pc:sldChg>
      <pc:sldChg chg="modSp add">
        <pc:chgData name="Jun Hong" userId="fae4f9bd-26d5-4760-9ac2-6f75f350beba" providerId="ADAL" clId="{7A4FCF34-F211-DD42-A2B3-D0F6836AF2B1}" dt="2020-09-21T12:10:08.728" v="4056" actId="207"/>
        <pc:sldMkLst>
          <pc:docMk/>
          <pc:sldMk cId="3293077394" sldId="322"/>
        </pc:sldMkLst>
        <pc:spChg chg="mod">
          <ac:chgData name="Jun Hong" userId="fae4f9bd-26d5-4760-9ac2-6f75f350beba" providerId="ADAL" clId="{7A4FCF34-F211-DD42-A2B3-D0F6836AF2B1}" dt="2020-09-21T12:10:08.728" v="4056" actId="207"/>
          <ac:spMkLst>
            <pc:docMk/>
            <pc:sldMk cId="3293077394" sldId="322"/>
            <ac:spMk id="3" creationId="{00000000-0000-0000-0000-000000000000}"/>
          </ac:spMkLst>
        </pc:spChg>
      </pc:sldChg>
      <pc:sldChg chg="add">
        <pc:chgData name="Jun Hong" userId="fae4f9bd-26d5-4760-9ac2-6f75f350beba" providerId="ADAL" clId="{7A4FCF34-F211-DD42-A2B3-D0F6836AF2B1}" dt="2020-09-21T12:02:46.872" v="3573"/>
        <pc:sldMkLst>
          <pc:docMk/>
          <pc:sldMk cId="3217841143" sldId="323"/>
        </pc:sldMkLst>
      </pc:sldChg>
      <pc:sldChg chg="add">
        <pc:chgData name="Jun Hong" userId="fae4f9bd-26d5-4760-9ac2-6f75f350beba" providerId="ADAL" clId="{7A4FCF34-F211-DD42-A2B3-D0F6836AF2B1}" dt="2020-09-21T12:02:46.872" v="3573"/>
        <pc:sldMkLst>
          <pc:docMk/>
          <pc:sldMk cId="3751342092" sldId="324"/>
        </pc:sldMkLst>
      </pc:sldChg>
      <pc:sldChg chg="modSp add del">
        <pc:chgData name="Jun Hong" userId="fae4f9bd-26d5-4760-9ac2-6f75f350beba" providerId="ADAL" clId="{7A4FCF34-F211-DD42-A2B3-D0F6836AF2B1}" dt="2020-09-21T12:20:53.468" v="4525" actId="2696"/>
        <pc:sldMkLst>
          <pc:docMk/>
          <pc:sldMk cId="1538193542" sldId="325"/>
        </pc:sldMkLst>
        <pc:spChg chg="mod">
          <ac:chgData name="Jun Hong" userId="fae4f9bd-26d5-4760-9ac2-6f75f350beba" providerId="ADAL" clId="{7A4FCF34-F211-DD42-A2B3-D0F6836AF2B1}" dt="2020-09-21T12:03:27.059" v="3611" actId="20577"/>
          <ac:spMkLst>
            <pc:docMk/>
            <pc:sldMk cId="1538193542" sldId="325"/>
            <ac:spMk id="5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21T12:08:40.503" v="4052" actId="20577"/>
          <ac:spMkLst>
            <pc:docMk/>
            <pc:sldMk cId="1538193542" sldId="325"/>
            <ac:spMk id="6" creationId="{00000000-0000-0000-0000-000000000000}"/>
          </ac:spMkLst>
        </pc:spChg>
      </pc:sldChg>
      <pc:sldChg chg="modSp add">
        <pc:chgData name="Jun Hong" userId="fae4f9bd-26d5-4760-9ac2-6f75f350beba" providerId="ADAL" clId="{7A4FCF34-F211-DD42-A2B3-D0F6836AF2B1}" dt="2020-09-21T12:14:05.492" v="4318" actId="20577"/>
        <pc:sldMkLst>
          <pc:docMk/>
          <pc:sldMk cId="3842368084" sldId="326"/>
        </pc:sldMkLst>
        <pc:spChg chg="mod">
          <ac:chgData name="Jun Hong" userId="fae4f9bd-26d5-4760-9ac2-6f75f350beba" providerId="ADAL" clId="{7A4FCF34-F211-DD42-A2B3-D0F6836AF2B1}" dt="2020-09-21T12:11:04.657" v="4084" actId="20577"/>
          <ac:spMkLst>
            <pc:docMk/>
            <pc:sldMk cId="3842368084" sldId="326"/>
            <ac:spMk id="3" creationId="{00000000-0000-0000-0000-000000000000}"/>
          </ac:spMkLst>
        </pc:spChg>
        <pc:spChg chg="mod">
          <ac:chgData name="Jun Hong" userId="fae4f9bd-26d5-4760-9ac2-6f75f350beba" providerId="ADAL" clId="{7A4FCF34-F211-DD42-A2B3-D0F6836AF2B1}" dt="2020-09-21T12:14:05.492" v="4318" actId="20577"/>
          <ac:spMkLst>
            <pc:docMk/>
            <pc:sldMk cId="3842368084" sldId="326"/>
            <ac:spMk id="4" creationId="{00000000-0000-0000-0000-000000000000}"/>
          </ac:spMkLst>
        </pc:spChg>
      </pc:sldChg>
      <pc:sldChg chg="add">
        <pc:chgData name="Jun Hong" userId="fae4f9bd-26d5-4760-9ac2-6f75f350beba" providerId="ADAL" clId="{7A4FCF34-F211-DD42-A2B3-D0F6836AF2B1}" dt="2020-09-21T12:21:24.106" v="4526"/>
        <pc:sldMkLst>
          <pc:docMk/>
          <pc:sldMk cId="1996716246" sldId="32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7B951-37BA-5A44-B9C0-F7341471BED9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FD9A8-CF8D-2A4C-99B9-54BD37A3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493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255D0-AF87-FC40-8E1F-62751C36B7ED}" type="datetimeFigureOut">
              <a:rPr lang="en-US" smtClean="0"/>
              <a:t>9/30/2022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EF8E3-AE7C-2543-A0B0-1CC8CC09B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488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935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87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basically need a code editor to write source code and a compiler/interpreter to translate source code into machine code.</a:t>
            </a:r>
          </a:p>
          <a:p>
            <a:endParaRPr lang="en-US" dirty="0"/>
          </a:p>
          <a:p>
            <a:r>
              <a:rPr lang="en-US" dirty="0"/>
              <a:t>GCC, the GNU Compiler Collection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52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94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53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61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77BC-FB1B-114F-B361-14674064CE8F}" type="datetime1">
              <a:rPr lang="en-GB" smtClean="0"/>
              <a:t>30/09/2022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7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222E-B33D-5940-9A89-920AB4590494}" type="datetime1">
              <a:rPr lang="en-GB" smtClean="0"/>
              <a:t>30/09/2022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4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96BC-544F-2049-9E3B-767A550C844F}" type="datetime1">
              <a:rPr lang="en-GB" smtClean="0"/>
              <a:t>30/09/2022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01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045F-56A2-4641-AC66-4529374FC55E}" type="datetime1">
              <a:rPr lang="en-GB" smtClean="0"/>
              <a:t>30/09/2022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7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CA782-A35A-0C4D-BD83-25F164410AA4}" type="datetime1">
              <a:rPr lang="en-GB" smtClean="0"/>
              <a:t>30/09/2022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7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C076-615C-0E48-8B54-1BC9A5E4EE87}" type="datetime1">
              <a:rPr lang="en-GB" smtClean="0"/>
              <a:t>30/09/2022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245F-A54C-5A4C-A49E-FD97E77E037C}" type="datetime1">
              <a:rPr lang="en-GB" smtClean="0"/>
              <a:t>30/09/2022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4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D2339-748B-1C4E-9123-F6D786D9B798}" type="datetime1">
              <a:rPr lang="en-GB" smtClean="0"/>
              <a:t>30/09/2022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4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2AE1-9E8C-6146-B7CD-BA3816641A30}" type="datetime1">
              <a:rPr lang="en-GB" smtClean="0"/>
              <a:t>30/09/2022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7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5321-E31A-F348-BA52-59EAD33285A0}" type="datetime1">
              <a:rPr lang="en-GB" smtClean="0"/>
              <a:t>30/09/2022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4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41-21A8-4145-BAFD-F9666A96A8DF}" type="datetime1">
              <a:rPr lang="en-GB" smtClean="0"/>
              <a:t>30/09/2022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4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F2803-B7AC-F34B-800B-49B4ED78685D}" type="datetime1">
              <a:rPr lang="en-GB" smtClean="0"/>
              <a:t>30/09/2022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ode.visualstudio.com/docs/python/python-tutorial" TargetMode="External"/><Relationship Id="rId4" Type="http://schemas.openxmlformats.org/officeDocument/2006/relationships/hyperlink" Target="https://code.visualstudio.com/docs/languages/cp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XW2VLrQ3B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77v-Poud_io" TargetMode="External"/><Relationship Id="rId4" Type="http://schemas.openxmlformats.org/officeDocument/2006/relationships/hyperlink" Target="https://www.youtube.com/watch?v=JGsyJI8XG0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z-fCNNqfEg" TargetMode="External"/><Relationship Id="rId7" Type="http://schemas.openxmlformats.org/officeDocument/2006/relationships/hyperlink" Target="https://www.cs.auckland.ac.nz/~paul/C/Mac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77v-Poud_io" TargetMode="External"/><Relationship Id="rId5" Type="http://schemas.openxmlformats.org/officeDocument/2006/relationships/hyperlink" Target="https://code.visualstudio.com/Download" TargetMode="External"/><Relationship Id="rId4" Type="http://schemas.openxmlformats.org/officeDocument/2006/relationships/hyperlink" Target="https://www.youtube.com/watch?v=KhGnYWplLV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_NWNolN1t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Set up Visual Studio Code for C and 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5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2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Software</a:t>
            </a:r>
          </a:p>
        </p:txBody>
      </p:sp>
      <p:sp>
        <p:nvSpPr>
          <p:cNvPr id="4" name="Vertical Text Placeholder 2"/>
          <p:cNvSpPr txBox="1">
            <a:spLocks/>
          </p:cNvSpPr>
          <p:nvPr/>
        </p:nvSpPr>
        <p:spPr>
          <a:xfrm>
            <a:off x="609600" y="1752600"/>
            <a:ext cx="8077200" cy="4525963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Microsoft Visual Studio Code</a:t>
            </a:r>
          </a:p>
          <a:p>
            <a:r>
              <a:rPr lang="en-GB" dirty="0"/>
              <a:t>Compilers/Interpreter</a:t>
            </a:r>
          </a:p>
          <a:p>
            <a:pPr lvl="1"/>
            <a:r>
              <a:rPr lang="en-GB" dirty="0"/>
              <a:t>Python 3</a:t>
            </a:r>
          </a:p>
          <a:p>
            <a:pPr lvl="1"/>
            <a:r>
              <a:rPr lang="en-GB" dirty="0"/>
              <a:t>GCC on Linux</a:t>
            </a:r>
          </a:p>
          <a:p>
            <a:pPr lvl="1"/>
            <a:r>
              <a:rPr lang="en-GB" dirty="0"/>
              <a:t>GCC on macOS</a:t>
            </a:r>
          </a:p>
          <a:p>
            <a:pPr lvl="1"/>
            <a:r>
              <a:rPr lang="en-GB" dirty="0"/>
              <a:t>GCC via Mingw-w64 on macOS</a:t>
            </a:r>
          </a:p>
          <a:p>
            <a:pPr lvl="1"/>
            <a:r>
              <a:rPr lang="en-GB" dirty="0"/>
              <a:t>GCC via Mingw-w64 on Windows</a:t>
            </a:r>
          </a:p>
          <a:p>
            <a:pPr lvl="1"/>
            <a:r>
              <a:rPr lang="en-GB" dirty="0"/>
              <a:t>Clang for XCode on macOS</a:t>
            </a:r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79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3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Tutorials on Getting Started</a:t>
            </a:r>
          </a:p>
        </p:txBody>
      </p:sp>
      <p:sp>
        <p:nvSpPr>
          <p:cNvPr id="4" name="Vertical Text Placeholder 2"/>
          <p:cNvSpPr txBox="1">
            <a:spLocks/>
          </p:cNvSpPr>
          <p:nvPr/>
        </p:nvSpPr>
        <p:spPr>
          <a:xfrm>
            <a:off x="609600" y="1752600"/>
            <a:ext cx="8077200" cy="4525963"/>
          </a:xfrm>
          <a:prstGeom prst="rect">
            <a:avLst/>
          </a:prstGeom>
        </p:spPr>
        <p:txBody>
          <a:bodyPr vert="horz" anchor="t" anchorCtr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Download Visual Studio Code</a:t>
            </a:r>
          </a:p>
          <a:p>
            <a:pPr marL="457200" lvl="1" indent="0">
              <a:buNone/>
            </a:pPr>
            <a:r>
              <a:rPr lang="en-GB" dirty="0">
                <a:hlinkClick r:id="rId3"/>
              </a:rPr>
              <a:t>https://code.visualstudio.com/Download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Download and install VS Code on your machine</a:t>
            </a:r>
          </a:p>
          <a:p>
            <a:r>
              <a:rPr lang="en-GB" dirty="0"/>
              <a:t>Getting Started with C/C++ in VS Code</a:t>
            </a:r>
          </a:p>
          <a:p>
            <a:pPr marL="457200" lvl="1" indent="0">
              <a:buNone/>
            </a:pPr>
            <a:r>
              <a:rPr lang="en-GB" dirty="0">
                <a:hlinkClick r:id="rId4"/>
              </a:rPr>
              <a:t>https://code.visualstudio.com/docs/languages/cpp</a:t>
            </a:r>
            <a:endParaRPr lang="en-GB" dirty="0"/>
          </a:p>
          <a:p>
            <a:pPr lvl="1"/>
            <a:r>
              <a:rPr lang="en-GB" dirty="0"/>
              <a:t>Install the Microsoft C/C++ extension in VS Code</a:t>
            </a:r>
          </a:p>
          <a:p>
            <a:pPr lvl="1"/>
            <a:r>
              <a:rPr lang="en-GB" dirty="0"/>
              <a:t>Install a C compiler</a:t>
            </a:r>
          </a:p>
          <a:p>
            <a:pPr lvl="1"/>
            <a:r>
              <a:rPr lang="en-GB" dirty="0"/>
              <a:t>Install Code Runner extension in VS Code</a:t>
            </a:r>
          </a:p>
          <a:p>
            <a:r>
              <a:rPr lang="en-GB" dirty="0"/>
              <a:t>Getting Started with Python in VS Code</a:t>
            </a:r>
            <a:endParaRPr lang="en-US" dirty="0"/>
          </a:p>
          <a:p>
            <a:pPr marL="457200" lvl="1" indent="0">
              <a:buNone/>
            </a:pPr>
            <a:r>
              <a:rPr lang="en-US" dirty="0">
                <a:hlinkClick r:id="rId5"/>
              </a:rPr>
              <a:t>https://code.visualstudio.com/docs/python/python-tutorial</a:t>
            </a:r>
            <a:endParaRPr lang="en-US" dirty="0"/>
          </a:p>
          <a:p>
            <a:pPr lvl="1"/>
            <a:r>
              <a:rPr lang="en-US" dirty="0"/>
              <a:t>install the Python extension in VS Code</a:t>
            </a:r>
          </a:p>
          <a:p>
            <a:pPr lvl="1"/>
            <a:r>
              <a:rPr lang="en-GB" dirty="0"/>
              <a:t>Install a Python interpreter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98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4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Video Demos (Windows)</a:t>
            </a:r>
          </a:p>
        </p:txBody>
      </p:sp>
      <p:sp>
        <p:nvSpPr>
          <p:cNvPr id="4" name="Vertical Text Placeholder 2"/>
          <p:cNvSpPr txBox="1">
            <a:spLocks/>
          </p:cNvSpPr>
          <p:nvPr/>
        </p:nvSpPr>
        <p:spPr>
          <a:xfrm>
            <a:off x="609600" y="1752600"/>
            <a:ext cx="8077200" cy="4525963"/>
          </a:xfrm>
          <a:prstGeom prst="rect">
            <a:avLst/>
          </a:prstGeom>
        </p:spPr>
        <p:txBody>
          <a:bodyPr vert="horz" anchor="t" anchorCtr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457200"/>
            <a:r>
              <a:rPr lang="en-GB" dirty="0"/>
              <a:t>Step 1: How to Install MinGW | GCC Toolset for C and C++ Programming | Setting Path variable on Windows 10</a:t>
            </a:r>
          </a:p>
          <a:p>
            <a:pPr marL="457200" lvl="1" indent="0">
              <a:buNone/>
            </a:pPr>
            <a:r>
              <a:rPr lang="en-GB" u="sng">
                <a:hlinkClick r:id="rId3"/>
              </a:rPr>
              <a:t>https</a:t>
            </a:r>
            <a:r>
              <a:rPr lang="en-GB" u="sng">
                <a:hlinkClick r:id="rId3"/>
              </a:rPr>
              <a:t>://</a:t>
            </a:r>
            <a:r>
              <a:rPr lang="en-GB" u="sng" smtClean="0">
                <a:hlinkClick r:id="rId3"/>
              </a:rPr>
              <a:t>www.youtube.com/watch?v=sXW2VLrQ3Bs</a:t>
            </a:r>
            <a:endParaRPr lang="en-GB" u="sng" smtClean="0"/>
          </a:p>
          <a:p>
            <a:pPr marL="457200" lvl="1" indent="0">
              <a:buNone/>
            </a:pPr>
            <a:r>
              <a:rPr lang="en-GB" smtClean="0"/>
              <a:t>Good </a:t>
            </a:r>
            <a:r>
              <a:rPr lang="en-GB" dirty="0"/>
              <a:t>video for installing MinGW.</a:t>
            </a:r>
          </a:p>
          <a:p>
            <a:pPr marL="514800" indent="-457200"/>
            <a:r>
              <a:rPr lang="en-US" dirty="0"/>
              <a:t>Step 2: How to download and Install Visual Studio Code (VS Code) on Windows 10</a:t>
            </a:r>
          </a:p>
          <a:p>
            <a:pPr marL="457200" lvl="1" indent="0">
              <a:buNone/>
            </a:pPr>
            <a:r>
              <a:rPr lang="en-GB" dirty="0">
                <a:hlinkClick r:id="rId4"/>
              </a:rPr>
              <a:t>https://youtu.be/JGsyJI8XG0Y</a:t>
            </a:r>
            <a:endParaRPr lang="en-US" dirty="0"/>
          </a:p>
          <a:p>
            <a:pPr marL="514350" indent="-457200"/>
            <a:r>
              <a:rPr lang="en-GB" dirty="0"/>
              <a:t>Step 3: Set up Visual Studio Code for C and C++ Programming</a:t>
            </a:r>
          </a:p>
          <a:p>
            <a:pPr marL="457200" lvl="1" indent="0">
              <a:buNone/>
            </a:pPr>
            <a:r>
              <a:rPr lang="en-US" dirty="0">
                <a:hlinkClick r:id="rId5"/>
              </a:rPr>
              <a:t>https://www.youtube.com/watch?v=77v-Poud_io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Good video for installing C/C++ extension and Code Runner. It’s good for running the first C program.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5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5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Video Demos (Mac OS)</a:t>
            </a:r>
          </a:p>
        </p:txBody>
      </p:sp>
      <p:sp>
        <p:nvSpPr>
          <p:cNvPr id="4" name="Vertical Text Placeholder 2"/>
          <p:cNvSpPr txBox="1">
            <a:spLocks/>
          </p:cNvSpPr>
          <p:nvPr/>
        </p:nvSpPr>
        <p:spPr>
          <a:xfrm>
            <a:off x="609600" y="1752600"/>
            <a:ext cx="8077200" cy="4525963"/>
          </a:xfrm>
          <a:prstGeom prst="rect">
            <a:avLst/>
          </a:prstGeom>
        </p:spPr>
        <p:txBody>
          <a:bodyPr vert="horz" anchor="t" anchorCtr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Step 1: Install GCC on MacOS</a:t>
            </a:r>
          </a:p>
          <a:p>
            <a:pPr marL="457200" lvl="1" indent="0">
              <a:buNone/>
            </a:pPr>
            <a:r>
              <a:rPr lang="en-GB" dirty="0">
                <a:hlinkClick r:id="rId3"/>
              </a:rPr>
              <a:t>https://www.youtube.com/watch?v=0z-fCNNqfEg</a:t>
            </a:r>
            <a:endParaRPr lang="en-GB" dirty="0"/>
          </a:p>
          <a:p>
            <a:pPr marL="400050" lvl="1" indent="0">
              <a:buNone/>
            </a:pPr>
            <a:r>
              <a:rPr lang="en-US" dirty="0"/>
              <a:t>A good video for installing GCC and Clang on Mac OS. Only need to go as far as getting GCC installed.</a:t>
            </a:r>
          </a:p>
          <a:p>
            <a:r>
              <a:rPr lang="en-GB" dirty="0"/>
              <a:t>Step 1 (alternative) How to run C++ in visual studio code on Mac OS 2020</a:t>
            </a:r>
          </a:p>
          <a:p>
            <a:pPr marL="457200" lvl="1" indent="0">
              <a:buNone/>
            </a:pPr>
            <a:r>
              <a:rPr lang="en-US" dirty="0">
                <a:hlinkClick r:id="rId4"/>
              </a:rPr>
              <a:t>https://www.youtube.com/watch?v=KhGnYWplLVo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Install both MinGW and Code Runner</a:t>
            </a:r>
          </a:p>
          <a:p>
            <a:r>
              <a:rPr lang="en-GB" dirty="0"/>
              <a:t>Step 2. Download Visual Studio Code</a:t>
            </a:r>
          </a:p>
          <a:p>
            <a:pPr marL="457200" lvl="1" indent="0">
              <a:buNone/>
            </a:pPr>
            <a:r>
              <a:rPr lang="en-GB" dirty="0">
                <a:hlinkClick r:id="rId5"/>
              </a:rPr>
              <a:t>https://code.visualstudio.com/Download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Download and install VS Code on your machine</a:t>
            </a:r>
          </a:p>
          <a:p>
            <a:pPr marL="342000" indent="-342000"/>
            <a:r>
              <a:rPr lang="en-GB" dirty="0"/>
              <a:t>Step 3: Set up Visual Studio Code for C and C++ Programming</a:t>
            </a:r>
          </a:p>
          <a:p>
            <a:pPr marL="457200" lvl="1" indent="0">
              <a:buNone/>
            </a:pPr>
            <a:r>
              <a:rPr lang="en-US" dirty="0">
                <a:hlinkClick r:id="rId6"/>
              </a:rPr>
              <a:t>https://www.youtube.com/watch?v=77v-Poud_io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Good video for installing C/C++ extension and Code Runner. It’s good for running the first C program. It’s shown on Windows but you only need to start VS Code and everything else is the same within VS Code.</a:t>
            </a:r>
          </a:p>
          <a:p>
            <a:r>
              <a:rPr lang="en-US" dirty="0"/>
              <a:t>Developing C programs on Mac OS</a:t>
            </a:r>
          </a:p>
          <a:p>
            <a:pPr marL="457200" lvl="1" indent="0">
              <a:buNone/>
            </a:pPr>
            <a:r>
              <a:rPr lang="en-US" dirty="0">
                <a:hlinkClick r:id="rId7"/>
              </a:rPr>
              <a:t>https://www.cs.auckland.ac.nz/~paul/C/Mac/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 very good set of notes explaining how to install software needed to run C on Mac OS</a:t>
            </a:r>
          </a:p>
        </p:txBody>
      </p:sp>
    </p:spTree>
    <p:extLst>
      <p:ext uri="{BB962C8B-B14F-4D97-AF65-F5344CB8AC3E}">
        <p14:creationId xmlns:p14="http://schemas.microsoft.com/office/powerpoint/2010/main" val="879420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6</a:t>
            </a:fld>
            <a:endParaRPr 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Video Demos</a:t>
            </a:r>
          </a:p>
        </p:txBody>
      </p:sp>
      <p:sp>
        <p:nvSpPr>
          <p:cNvPr id="4" name="Vertical Text Placeholder 2"/>
          <p:cNvSpPr txBox="1">
            <a:spLocks/>
          </p:cNvSpPr>
          <p:nvPr/>
        </p:nvSpPr>
        <p:spPr>
          <a:xfrm>
            <a:off x="609600" y="1752600"/>
            <a:ext cx="8077200" cy="4525963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Python with </a:t>
            </a:r>
            <a:r>
              <a:rPr lang="en-GB" dirty="0" err="1"/>
              <a:t>VSCode</a:t>
            </a:r>
            <a:r>
              <a:rPr lang="en-GB" dirty="0"/>
              <a:t> Tutorial : Getting Started</a:t>
            </a:r>
          </a:p>
          <a:p>
            <a:pPr marL="457200" lvl="1" indent="0">
              <a:buNone/>
            </a:pPr>
            <a:r>
              <a:rPr lang="en-GB" dirty="0">
                <a:hlinkClick r:id="rId3"/>
              </a:rPr>
              <a:t>https://www.youtube.com/watch?v=D_NWNolN1tI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Good video for installing Python, Python extension and Code runner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55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15986</TotalTime>
  <Words>447</Words>
  <Application>Microsoft Office PowerPoint</Application>
  <PresentationFormat>On-screen Show (4:3)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How to Set up Visual Studio Code for C and Python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</dc:title>
  <dc:creator>Jun Hong</dc:creator>
  <cp:lastModifiedBy>Nathan Duran</cp:lastModifiedBy>
  <cp:revision>370</cp:revision>
  <dcterms:created xsi:type="dcterms:W3CDTF">2017-08-11T20:30:33Z</dcterms:created>
  <dcterms:modified xsi:type="dcterms:W3CDTF">2022-09-30T14:47:55Z</dcterms:modified>
</cp:coreProperties>
</file>